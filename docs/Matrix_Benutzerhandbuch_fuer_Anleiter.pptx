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8ff1a9f3094996" /><Relationship Type="http://schemas.openxmlformats.org/officeDocument/2006/relationships/extended-properties" Target="/docProps/app.xml" Id="R53eb1e2dd9594843" /><Relationship Type="http://schemas.openxmlformats.org/officeDocument/2006/relationships/officeDocument" Target="/ppt/presentation.xml" Id="Rd8cbb6dca46742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1fdaf90004722"/>
  </p:sldMasterIdLst>
  <p:notesMasterIdLst>
    <p:notesMasterId xmlns:r="http://schemas.openxmlformats.org/officeDocument/2006/relationships" r:id="R6ac8c56bf1b04b64"/>
  </p:notesMasterIdLst>
  <p:sldIdLst>
    <p:sldId xmlns:r="http://schemas.openxmlformats.org/officeDocument/2006/relationships" id="256" r:id="R05bf5f3c798c47e5"/>
    <p:sldId xmlns:r="http://schemas.openxmlformats.org/officeDocument/2006/relationships" id="257" r:id="Rf0e4c4a4f7194524"/>
    <p:sldId xmlns:r="http://schemas.openxmlformats.org/officeDocument/2006/relationships" id="258" r:id="Ra45ebc216d7c4d97"/>
    <p:sldId xmlns:r="http://schemas.openxmlformats.org/officeDocument/2006/relationships" id="259" r:id="Rcfd489ff6ecb4c96"/>
    <p:sldId xmlns:r="http://schemas.openxmlformats.org/officeDocument/2006/relationships" id="260" r:id="Re1b71436d04c44b6"/>
    <p:sldId xmlns:r="http://schemas.openxmlformats.org/officeDocument/2006/relationships" id="261" r:id="Rf1511c79cca340ef"/>
    <p:sldId xmlns:r="http://schemas.openxmlformats.org/officeDocument/2006/relationships" id="262" r:id="Ra803642f81c4469d"/>
    <p:sldId xmlns:r="http://schemas.openxmlformats.org/officeDocument/2006/relationships" id="263" r:id="R6983fb52f7024cfa"/>
    <p:sldId xmlns:r="http://schemas.openxmlformats.org/officeDocument/2006/relationships" id="264" r:id="R24f06f4b0d6a42f0"/>
    <p:sldId xmlns:r="http://schemas.openxmlformats.org/officeDocument/2006/relationships" id="265" r:id="R69666d88933a4a11"/>
    <p:sldId xmlns:r="http://schemas.openxmlformats.org/officeDocument/2006/relationships" id="266" r:id="R8c575e40ea144209"/>
    <p:sldId xmlns:r="http://schemas.openxmlformats.org/officeDocument/2006/relationships" id="267" r:id="R8d2b2b06f1d74cc7"/>
    <p:sldId xmlns:r="http://schemas.openxmlformats.org/officeDocument/2006/relationships" id="268" r:id="R6aaf814b875d441a"/>
    <p:sldId xmlns:r="http://schemas.openxmlformats.org/officeDocument/2006/relationships" id="269" r:id="R3c7a9073a459425c"/>
    <p:sldId xmlns:r="http://schemas.openxmlformats.org/officeDocument/2006/relationships" id="270" r:id="R89d8d7060fd945bd"/>
    <p:sldId xmlns:r="http://schemas.openxmlformats.org/officeDocument/2006/relationships" id="271" r:id="R8a90a68d8095441a"/>
    <p:sldId xmlns:r="http://schemas.openxmlformats.org/officeDocument/2006/relationships" id="272" r:id="R4d0b582c6fe54adb"/>
    <p:sldId xmlns:r="http://schemas.openxmlformats.org/officeDocument/2006/relationships" id="273" r:id="Rd4b52aea0260441f"/>
    <p:sldId xmlns:r="http://schemas.openxmlformats.org/officeDocument/2006/relationships" id="274" r:id="R1996b8c0fcba48ff"/>
    <p:sldId xmlns:r="http://schemas.openxmlformats.org/officeDocument/2006/relationships" id="275" r:id="Rae33528be4d8462d"/>
    <p:sldId xmlns:r="http://schemas.openxmlformats.org/officeDocument/2006/relationships" id="276" r:id="R28d08716a3e84a21"/>
    <p:sldId xmlns:r="http://schemas.openxmlformats.org/officeDocument/2006/relationships" id="277" r:id="Rd14b6ce41c604039"/>
    <p:sldId xmlns:r="http://schemas.openxmlformats.org/officeDocument/2006/relationships" id="278" r:id="R31fc56416ccb4793"/>
    <p:sldId xmlns:r="http://schemas.openxmlformats.org/officeDocument/2006/relationships" id="279" r:id="R1d3d20f7c6684a32"/>
    <p:sldId xmlns:r="http://schemas.openxmlformats.org/officeDocument/2006/relationships" id="280" r:id="Ra74d808967054def"/>
    <p:sldId xmlns:r="http://schemas.openxmlformats.org/officeDocument/2006/relationships" id="281" r:id="R3681e0a4b934493e"/>
    <p:sldId xmlns:r="http://schemas.openxmlformats.org/officeDocument/2006/relationships" id="282" r:id="R82cfdf5a34424fa1"/>
    <p:sldId xmlns:r="http://schemas.openxmlformats.org/officeDocument/2006/relationships" id="283" r:id="Rd288a0da99c9498b"/>
    <p:sldId xmlns:r="http://schemas.openxmlformats.org/officeDocument/2006/relationships" id="284" r:id="Rf379abcf0de44de8"/>
    <p:sldId xmlns:r="http://schemas.openxmlformats.org/officeDocument/2006/relationships" id="285" r:id="R393aabf543f94334"/>
    <p:sldId xmlns:r="http://schemas.openxmlformats.org/officeDocument/2006/relationships" id="286" r:id="R7fd55b765d824e4c"/>
    <p:sldId xmlns:r="http://schemas.openxmlformats.org/officeDocument/2006/relationships" id="287" r:id="Rf604615e483c431a"/>
    <p:sldId xmlns:r="http://schemas.openxmlformats.org/officeDocument/2006/relationships" id="288" r:id="R2fe3dd928ec244ec"/>
    <p:sldId xmlns:r="http://schemas.openxmlformats.org/officeDocument/2006/relationships" id="289" r:id="Rb8ef299c7c5e42bb"/>
    <p:sldId xmlns:r="http://schemas.openxmlformats.org/officeDocument/2006/relationships" id="290" r:id="Rbdd1e30f351142d6"/>
    <p:sldId xmlns:r="http://schemas.openxmlformats.org/officeDocument/2006/relationships" id="291" r:id="Re3985f2829474f42"/>
    <p:sldId xmlns:r="http://schemas.openxmlformats.org/officeDocument/2006/relationships" id="292" r:id="R1b6849a5316e4ba7"/>
    <p:sldId xmlns:r="http://schemas.openxmlformats.org/officeDocument/2006/relationships" id="293" r:id="Rc5eeb766831f46ac"/>
    <p:sldId xmlns:r="http://schemas.openxmlformats.org/officeDocument/2006/relationships" id="294" r:id="R4cc7c2556fbf4517"/>
    <p:sldId xmlns:r="http://schemas.openxmlformats.org/officeDocument/2006/relationships" id="295" r:id="R02ca57e8b9524526"/>
    <p:sldId xmlns:r="http://schemas.openxmlformats.org/officeDocument/2006/relationships" id="296" r:id="R1119b8482dc64c74"/>
    <p:sldId xmlns:r="http://schemas.openxmlformats.org/officeDocument/2006/relationships" id="297" r:id="R9d719554ace14243"/>
    <p:sldId xmlns:r="http://schemas.openxmlformats.org/officeDocument/2006/relationships" id="298" r:id="Rb45065f84c2049dc"/>
    <p:sldId xmlns:r="http://schemas.openxmlformats.org/officeDocument/2006/relationships" id="299" r:id="Reee4d2655e58468f"/>
    <p:sldId xmlns:r="http://schemas.openxmlformats.org/officeDocument/2006/relationships" id="300" r:id="R508393022f9944e6"/>
    <p:sldId xmlns:r="http://schemas.openxmlformats.org/officeDocument/2006/relationships" id="301" r:id="R3a6c0d5a844f48b4"/>
    <p:sldId xmlns:r="http://schemas.openxmlformats.org/officeDocument/2006/relationships" id="302" r:id="R513f7dfedf304b22"/>
    <p:sldId xmlns:r="http://schemas.openxmlformats.org/officeDocument/2006/relationships" id="303" r:id="Rc7391b688cee4bd3"/>
    <p:sldId xmlns:r="http://schemas.openxmlformats.org/officeDocument/2006/relationships" id="304" r:id="R052f9e18c87e4320"/>
    <p:sldId xmlns:r="http://schemas.openxmlformats.org/officeDocument/2006/relationships" id="305" r:id="R30f2844bdab74bef"/>
    <p:sldId xmlns:r="http://schemas.openxmlformats.org/officeDocument/2006/relationships" id="306" r:id="R3a3f695a4d324e30"/>
    <p:sldId xmlns:r="http://schemas.openxmlformats.org/officeDocument/2006/relationships" id="307" r:id="R516b5059618d4fa3"/>
    <p:sldId xmlns:r="http://schemas.openxmlformats.org/officeDocument/2006/relationships" id="308" r:id="R1c3d7b8e06b54514"/>
    <p:sldId xmlns:r="http://schemas.openxmlformats.org/officeDocument/2006/relationships" id="309" r:id="Rfaacbc94c4894370"/>
    <p:sldId xmlns:r="http://schemas.openxmlformats.org/officeDocument/2006/relationships" id="310" r:id="R748ac1957ff04f7d"/>
    <p:sldId xmlns:r="http://schemas.openxmlformats.org/officeDocument/2006/relationships" id="311" r:id="R09062794356a4e7f"/>
    <p:sldId xmlns:r="http://schemas.openxmlformats.org/officeDocument/2006/relationships" id="312" r:id="R264d9a1e29b94f5d"/>
    <p:sldId xmlns:r="http://schemas.openxmlformats.org/officeDocument/2006/relationships" id="313" r:id="Rcf86376684c841e8"/>
    <p:sldId xmlns:r="http://schemas.openxmlformats.org/officeDocument/2006/relationships" id="314" r:id="R32ffc82138e84df1"/>
    <p:sldId xmlns:r="http://schemas.openxmlformats.org/officeDocument/2006/relationships" id="315" r:id="Re6553d7151354002"/>
    <p:sldId xmlns:r="http://schemas.openxmlformats.org/officeDocument/2006/relationships" id="316" r:id="R5ce6b5aa6b1d450b"/>
    <p:sldId xmlns:r="http://schemas.openxmlformats.org/officeDocument/2006/relationships" id="317" r:id="R119847106fb04a8e"/>
    <p:sldId xmlns:r="http://schemas.openxmlformats.org/officeDocument/2006/relationships" id="318" r:id="R5e192d12bfd64a59"/>
    <p:sldId xmlns:r="http://schemas.openxmlformats.org/officeDocument/2006/relationships" id="319" r:id="R20cd4feeb89b49fb"/>
    <p:sldId xmlns:r="http://schemas.openxmlformats.org/officeDocument/2006/relationships" id="320" r:id="R4bf4fdd7440e4d0f"/>
    <p:sldId xmlns:r="http://schemas.openxmlformats.org/officeDocument/2006/relationships" id="321" r:id="R0fa19f8c166a4343"/>
    <p:sldId xmlns:r="http://schemas.openxmlformats.org/officeDocument/2006/relationships" id="322" r:id="R1f997bac5aec40b3"/>
    <p:sldId xmlns:r="http://schemas.openxmlformats.org/officeDocument/2006/relationships" id="323" r:id="R79b27f17c7434635"/>
    <p:sldId xmlns:r="http://schemas.openxmlformats.org/officeDocument/2006/relationships" id="324" r:id="R26306d192efb4402"/>
    <p:sldId xmlns:r="http://schemas.openxmlformats.org/officeDocument/2006/relationships" id="325" r:id="R6fd998edb7e34c3c"/>
    <p:sldId xmlns:r="http://schemas.openxmlformats.org/officeDocument/2006/relationships" id="326" r:id="Ra1f2e780d3fd401a"/>
    <p:sldId xmlns:r="http://schemas.openxmlformats.org/officeDocument/2006/relationships" id="327" r:id="Re5442aac738a4a46"/>
    <p:sldId xmlns:r="http://schemas.openxmlformats.org/officeDocument/2006/relationships" id="328" r:id="Rc7a9392483ee4d4a"/>
    <p:sldId xmlns:r="http://schemas.openxmlformats.org/officeDocument/2006/relationships" id="329" r:id="R3c046c77eb5d49dd"/>
    <p:sldId xmlns:r="http://schemas.openxmlformats.org/officeDocument/2006/relationships" id="330" r:id="R5ef5717075b74202"/>
    <p:sldId xmlns:r="http://schemas.openxmlformats.org/officeDocument/2006/relationships" id="331" r:id="R1643490f90434d67"/>
    <p:sldId xmlns:r="http://schemas.openxmlformats.org/officeDocument/2006/relationships" id="332" r:id="R426d6f1bfa774932"/>
    <p:sldId xmlns:r="http://schemas.openxmlformats.org/officeDocument/2006/relationships" id="333" r:id="R0e3a62cbaefd499a"/>
    <p:sldId xmlns:r="http://schemas.openxmlformats.org/officeDocument/2006/relationships" id="334" r:id="Rc4fd4e6a1b01437c"/>
    <p:sldId xmlns:r="http://schemas.openxmlformats.org/officeDocument/2006/relationships" id="335" r:id="R72bcd9877a9540dc"/>
    <p:sldId xmlns:r="http://schemas.openxmlformats.org/officeDocument/2006/relationships" id="336" r:id="R38201abd3e7e42f3"/>
    <p:sldId xmlns:r="http://schemas.openxmlformats.org/officeDocument/2006/relationships" id="337" r:id="Rdf6ec7a2b4d74f9b"/>
    <p:sldId xmlns:r="http://schemas.openxmlformats.org/officeDocument/2006/relationships" id="338" r:id="R1392105fcf6e43ea"/>
    <p:sldId xmlns:r="http://schemas.openxmlformats.org/officeDocument/2006/relationships" id="339" r:id="R1342d9b356a94c7c"/>
    <p:sldId xmlns:r="http://schemas.openxmlformats.org/officeDocument/2006/relationships" id="340" r:id="Raf96d6a3275f4f2a"/>
    <p:sldId xmlns:r="http://schemas.openxmlformats.org/officeDocument/2006/relationships" id="341" r:id="R8e8904be4b284152"/>
    <p:sldId xmlns:r="http://schemas.openxmlformats.org/officeDocument/2006/relationships" id="342" r:id="R12a8949e767e4196"/>
    <p:sldId xmlns:r="http://schemas.openxmlformats.org/officeDocument/2006/relationships" id="343" r:id="Rc95b12fdf7154c77"/>
    <p:sldId xmlns:r="http://schemas.openxmlformats.org/officeDocument/2006/relationships" id="344" r:id="Ra2e373318c8040ad"/>
    <p:sldId xmlns:r="http://schemas.openxmlformats.org/officeDocument/2006/relationships" id="345" r:id="R028585e0eb7142fb"/>
    <p:sldId xmlns:r="http://schemas.openxmlformats.org/officeDocument/2006/relationships" id="346" r:id="R3d02bd453bab47ae"/>
    <p:sldId xmlns:r="http://schemas.openxmlformats.org/officeDocument/2006/relationships" id="347" r:id="Rac09de3785044856"/>
    <p:sldId xmlns:r="http://schemas.openxmlformats.org/officeDocument/2006/relationships" id="348" r:id="Ra20439a3c70e4fe1"/>
    <p:sldId xmlns:r="http://schemas.openxmlformats.org/officeDocument/2006/relationships" id="349" r:id="R32f3e8a7dcf74960"/>
    <p:sldId xmlns:r="http://schemas.openxmlformats.org/officeDocument/2006/relationships" id="350" r:id="R8e9681ae54514013"/>
    <p:sldId xmlns:r="http://schemas.openxmlformats.org/officeDocument/2006/relationships" id="351" r:id="R96d55e20b99c4e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e4c9ad5984893" /><Relationship Type="http://schemas.openxmlformats.org/officeDocument/2006/relationships/slideMaster" Target="/ppt/slideMasters/slideMaster1.xml" Id="R3561fdaf90004722" /><Relationship Type="http://schemas.openxmlformats.org/officeDocument/2006/relationships/notesMaster" Target="/ppt/notesMasters/notesMaster1.xml" Id="R6ac8c56bf1b04b64" /><Relationship Type="http://schemas.openxmlformats.org/officeDocument/2006/relationships/presProps" Target="/ppt/presProps.xml" Id="Rc45a06361c5e452a" /><Relationship Type="http://schemas.openxmlformats.org/officeDocument/2006/relationships/tableStyles" Target="/ppt/tableStyles.xml" Id="Rfe362a7e1f8944a9" /><Relationship Type="http://schemas.openxmlformats.org/officeDocument/2006/relationships/slide" Target="/ppt/slides/slide1.xml" Id="R05bf5f3c798c47e5" /><Relationship Type="http://schemas.openxmlformats.org/officeDocument/2006/relationships/slide" Target="/ppt/slides/slide2.xml" Id="Rf0e4c4a4f7194524" /><Relationship Type="http://schemas.openxmlformats.org/officeDocument/2006/relationships/slide" Target="/ppt/slides/slide3.xml" Id="Ra45ebc216d7c4d97" /><Relationship Type="http://schemas.openxmlformats.org/officeDocument/2006/relationships/slide" Target="/ppt/slides/slide4.xml" Id="Rcfd489ff6ecb4c96" /><Relationship Type="http://schemas.openxmlformats.org/officeDocument/2006/relationships/slide" Target="/ppt/slides/slide5.xml" Id="Re1b71436d04c44b6" /><Relationship Type="http://schemas.openxmlformats.org/officeDocument/2006/relationships/slide" Target="/ppt/slides/slide6.xml" Id="Rf1511c79cca340ef" /><Relationship Type="http://schemas.openxmlformats.org/officeDocument/2006/relationships/slide" Target="/ppt/slides/slide7.xml" Id="Ra803642f81c4469d" /><Relationship Type="http://schemas.openxmlformats.org/officeDocument/2006/relationships/slide" Target="/ppt/slides/slide8.xml" Id="R6983fb52f7024cfa" /><Relationship Type="http://schemas.openxmlformats.org/officeDocument/2006/relationships/slide" Target="/ppt/slides/slide9.xml" Id="R24f06f4b0d6a42f0" /><Relationship Type="http://schemas.openxmlformats.org/officeDocument/2006/relationships/slide" Target="/ppt/slides/slide10.xml" Id="R69666d88933a4a11" /><Relationship Type="http://schemas.openxmlformats.org/officeDocument/2006/relationships/slide" Target="/ppt/slides/slide11.xml" Id="R8c575e40ea144209" /><Relationship Type="http://schemas.openxmlformats.org/officeDocument/2006/relationships/slide" Target="/ppt/slides/slide12.xml" Id="R8d2b2b06f1d74cc7" /><Relationship Type="http://schemas.openxmlformats.org/officeDocument/2006/relationships/slide" Target="/ppt/slides/slide13.xml" Id="R6aaf814b875d441a" /><Relationship Type="http://schemas.openxmlformats.org/officeDocument/2006/relationships/slide" Target="/ppt/slides/slide14.xml" Id="R3c7a9073a459425c" /><Relationship Type="http://schemas.openxmlformats.org/officeDocument/2006/relationships/slide" Target="/ppt/slides/slide15.xml" Id="R89d8d7060fd945bd" /><Relationship Type="http://schemas.openxmlformats.org/officeDocument/2006/relationships/slide" Target="/ppt/slides/slide16.xml" Id="R8a90a68d8095441a" /><Relationship Type="http://schemas.openxmlformats.org/officeDocument/2006/relationships/slide" Target="/ppt/slides/slide17.xml" Id="R4d0b582c6fe54adb" /><Relationship Type="http://schemas.openxmlformats.org/officeDocument/2006/relationships/slide" Target="/ppt/slides/slide18.xml" Id="Rd4b52aea0260441f" /><Relationship Type="http://schemas.openxmlformats.org/officeDocument/2006/relationships/slide" Target="/ppt/slides/slide19.xml" Id="R1996b8c0fcba48ff" /><Relationship Type="http://schemas.openxmlformats.org/officeDocument/2006/relationships/slide" Target="/ppt/slides/slide20.xml" Id="Rae33528be4d8462d" /><Relationship Type="http://schemas.openxmlformats.org/officeDocument/2006/relationships/slide" Target="/ppt/slides/slide21.xml" Id="R28d08716a3e84a21" /><Relationship Type="http://schemas.openxmlformats.org/officeDocument/2006/relationships/slide" Target="/ppt/slides/slide22.xml" Id="Rd14b6ce41c604039" /><Relationship Type="http://schemas.openxmlformats.org/officeDocument/2006/relationships/slide" Target="/ppt/slides/slide23.xml" Id="R31fc56416ccb4793" /><Relationship Type="http://schemas.openxmlformats.org/officeDocument/2006/relationships/slide" Target="/ppt/slides/slide24.xml" Id="R1d3d20f7c6684a32" /><Relationship Type="http://schemas.openxmlformats.org/officeDocument/2006/relationships/slide" Target="/ppt/slides/slide25.xml" Id="Ra74d808967054def" /><Relationship Type="http://schemas.openxmlformats.org/officeDocument/2006/relationships/slide" Target="/ppt/slides/slide26.xml" Id="R3681e0a4b934493e" /><Relationship Type="http://schemas.openxmlformats.org/officeDocument/2006/relationships/slide" Target="/ppt/slides/slide27.xml" Id="R82cfdf5a34424fa1" /><Relationship Type="http://schemas.openxmlformats.org/officeDocument/2006/relationships/slide" Target="/ppt/slides/slide28.xml" Id="Rd288a0da99c9498b" /><Relationship Type="http://schemas.openxmlformats.org/officeDocument/2006/relationships/slide" Target="/ppt/slides/slide29.xml" Id="Rf379abcf0de44de8" /><Relationship Type="http://schemas.openxmlformats.org/officeDocument/2006/relationships/slide" Target="/ppt/slides/slide30.xml" Id="R393aabf543f94334" /><Relationship Type="http://schemas.openxmlformats.org/officeDocument/2006/relationships/slide" Target="/ppt/slides/slide31.xml" Id="R7fd55b765d824e4c" /><Relationship Type="http://schemas.openxmlformats.org/officeDocument/2006/relationships/slide" Target="/ppt/slides/slide32.xml" Id="Rf604615e483c431a" /><Relationship Type="http://schemas.openxmlformats.org/officeDocument/2006/relationships/slide" Target="/ppt/slides/slide33.xml" Id="R2fe3dd928ec244ec" /><Relationship Type="http://schemas.openxmlformats.org/officeDocument/2006/relationships/slide" Target="/ppt/slides/slide34.xml" Id="Rb8ef299c7c5e42bb" /><Relationship Type="http://schemas.openxmlformats.org/officeDocument/2006/relationships/slide" Target="/ppt/slides/slide35.xml" Id="Rbdd1e30f351142d6" /><Relationship Type="http://schemas.openxmlformats.org/officeDocument/2006/relationships/slide" Target="/ppt/slides/slide36.xml" Id="Re3985f2829474f42" /><Relationship Type="http://schemas.openxmlformats.org/officeDocument/2006/relationships/slide" Target="/ppt/slides/slide37.xml" Id="R1b6849a5316e4ba7" /><Relationship Type="http://schemas.openxmlformats.org/officeDocument/2006/relationships/slide" Target="/ppt/slides/slide38.xml" Id="Rc5eeb766831f46ac" /><Relationship Type="http://schemas.openxmlformats.org/officeDocument/2006/relationships/slide" Target="/ppt/slides/slide39.xml" Id="R4cc7c2556fbf4517" /><Relationship Type="http://schemas.openxmlformats.org/officeDocument/2006/relationships/slide" Target="/ppt/slides/slide40.xml" Id="R02ca57e8b9524526" /><Relationship Type="http://schemas.openxmlformats.org/officeDocument/2006/relationships/slide" Target="/ppt/slides/slide41.xml" Id="R1119b8482dc64c74" /><Relationship Type="http://schemas.openxmlformats.org/officeDocument/2006/relationships/slide" Target="/ppt/slides/slide42.xml" Id="R9d719554ace14243" /><Relationship Type="http://schemas.openxmlformats.org/officeDocument/2006/relationships/slide" Target="/ppt/slides/slide43.xml" Id="Rb45065f84c2049dc" /><Relationship Type="http://schemas.openxmlformats.org/officeDocument/2006/relationships/slide" Target="/ppt/slides/slide44.xml" Id="Reee4d2655e58468f" /><Relationship Type="http://schemas.openxmlformats.org/officeDocument/2006/relationships/slide" Target="/ppt/slides/slide45.xml" Id="R508393022f9944e6" /><Relationship Type="http://schemas.openxmlformats.org/officeDocument/2006/relationships/slide" Target="/ppt/slides/slide46.xml" Id="R3a6c0d5a844f48b4" /><Relationship Type="http://schemas.openxmlformats.org/officeDocument/2006/relationships/slide" Target="/ppt/slides/slide47.xml" Id="R513f7dfedf304b22" /><Relationship Type="http://schemas.openxmlformats.org/officeDocument/2006/relationships/slide" Target="/ppt/slides/slide48.xml" Id="Rc7391b688cee4bd3" /><Relationship Type="http://schemas.openxmlformats.org/officeDocument/2006/relationships/slide" Target="/ppt/slides/slide49.xml" Id="R052f9e18c87e4320" /><Relationship Type="http://schemas.openxmlformats.org/officeDocument/2006/relationships/slide" Target="/ppt/slides/slide50.xml" Id="R30f2844bdab74bef" /><Relationship Type="http://schemas.openxmlformats.org/officeDocument/2006/relationships/slide" Target="/ppt/slides/slide51.xml" Id="R3a3f695a4d324e30" /><Relationship Type="http://schemas.openxmlformats.org/officeDocument/2006/relationships/slide" Target="/ppt/slides/slide52.xml" Id="R516b5059618d4fa3" /><Relationship Type="http://schemas.openxmlformats.org/officeDocument/2006/relationships/slide" Target="/ppt/slides/slide53.xml" Id="R1c3d7b8e06b54514" /><Relationship Type="http://schemas.openxmlformats.org/officeDocument/2006/relationships/slide" Target="/ppt/slides/slide54.xml" Id="Rfaacbc94c4894370" /><Relationship Type="http://schemas.openxmlformats.org/officeDocument/2006/relationships/slide" Target="/ppt/slides/slide55.xml" Id="R748ac1957ff04f7d" /><Relationship Type="http://schemas.openxmlformats.org/officeDocument/2006/relationships/slide" Target="/ppt/slides/slide56.xml" Id="R09062794356a4e7f" /><Relationship Type="http://schemas.openxmlformats.org/officeDocument/2006/relationships/slide" Target="/ppt/slides/slide57.xml" Id="R264d9a1e29b94f5d" /><Relationship Type="http://schemas.openxmlformats.org/officeDocument/2006/relationships/slide" Target="/ppt/slides/slide58.xml" Id="Rcf86376684c841e8" /><Relationship Type="http://schemas.openxmlformats.org/officeDocument/2006/relationships/slide" Target="/ppt/slides/slide59.xml" Id="R32ffc82138e84df1" /><Relationship Type="http://schemas.openxmlformats.org/officeDocument/2006/relationships/slide" Target="/ppt/slides/slide60.xml" Id="Re6553d7151354002" /><Relationship Type="http://schemas.openxmlformats.org/officeDocument/2006/relationships/slide" Target="/ppt/slides/slide61.xml" Id="R5ce6b5aa6b1d450b" /><Relationship Type="http://schemas.openxmlformats.org/officeDocument/2006/relationships/slide" Target="/ppt/slides/slide62.xml" Id="R119847106fb04a8e" /><Relationship Type="http://schemas.openxmlformats.org/officeDocument/2006/relationships/slide" Target="/ppt/slides/slide63.xml" Id="R5e192d12bfd64a59" /><Relationship Type="http://schemas.openxmlformats.org/officeDocument/2006/relationships/slide" Target="/ppt/slides/slide64.xml" Id="R20cd4feeb89b49fb" /><Relationship Type="http://schemas.openxmlformats.org/officeDocument/2006/relationships/slide" Target="/ppt/slides/slide65.xml" Id="R4bf4fdd7440e4d0f" /><Relationship Type="http://schemas.openxmlformats.org/officeDocument/2006/relationships/slide" Target="/ppt/slides/slide66.xml" Id="R0fa19f8c166a4343" /><Relationship Type="http://schemas.openxmlformats.org/officeDocument/2006/relationships/slide" Target="/ppt/slides/slide67.xml" Id="R1f997bac5aec40b3" /><Relationship Type="http://schemas.openxmlformats.org/officeDocument/2006/relationships/slide" Target="/ppt/slides/slide68.xml" Id="R79b27f17c7434635" /><Relationship Type="http://schemas.openxmlformats.org/officeDocument/2006/relationships/slide" Target="/ppt/slides/slide69.xml" Id="R26306d192efb4402" /><Relationship Type="http://schemas.openxmlformats.org/officeDocument/2006/relationships/slide" Target="/ppt/slides/slide70.xml" Id="R6fd998edb7e34c3c" /><Relationship Type="http://schemas.openxmlformats.org/officeDocument/2006/relationships/slide" Target="/ppt/slides/slide71.xml" Id="Ra1f2e780d3fd401a" /><Relationship Type="http://schemas.openxmlformats.org/officeDocument/2006/relationships/slide" Target="/ppt/slides/slide72.xml" Id="Re5442aac738a4a46" /><Relationship Type="http://schemas.openxmlformats.org/officeDocument/2006/relationships/slide" Target="/ppt/slides/slide73.xml" Id="Rc7a9392483ee4d4a" /><Relationship Type="http://schemas.openxmlformats.org/officeDocument/2006/relationships/slide" Target="/ppt/slides/slide74.xml" Id="R3c046c77eb5d49dd" /><Relationship Type="http://schemas.openxmlformats.org/officeDocument/2006/relationships/slide" Target="/ppt/slides/slide75.xml" Id="R5ef5717075b74202" /><Relationship Type="http://schemas.openxmlformats.org/officeDocument/2006/relationships/slide" Target="/ppt/slides/slide76.xml" Id="R1643490f90434d67" /><Relationship Type="http://schemas.openxmlformats.org/officeDocument/2006/relationships/slide" Target="/ppt/slides/slide77.xml" Id="R426d6f1bfa774932" /><Relationship Type="http://schemas.openxmlformats.org/officeDocument/2006/relationships/slide" Target="/ppt/slides/slide78.xml" Id="R0e3a62cbaefd499a" /><Relationship Type="http://schemas.openxmlformats.org/officeDocument/2006/relationships/slide" Target="/ppt/slides/slide79.xml" Id="Rc4fd4e6a1b01437c" /><Relationship Type="http://schemas.openxmlformats.org/officeDocument/2006/relationships/slide" Target="/ppt/slides/slide80.xml" Id="R72bcd9877a9540dc" /><Relationship Type="http://schemas.openxmlformats.org/officeDocument/2006/relationships/slide" Target="/ppt/slides/slide81.xml" Id="R38201abd3e7e42f3" /><Relationship Type="http://schemas.openxmlformats.org/officeDocument/2006/relationships/slide" Target="/ppt/slides/slide82.xml" Id="Rdf6ec7a2b4d74f9b" /><Relationship Type="http://schemas.openxmlformats.org/officeDocument/2006/relationships/slide" Target="/ppt/slides/slide83.xml" Id="R1392105fcf6e43ea" /><Relationship Type="http://schemas.openxmlformats.org/officeDocument/2006/relationships/slide" Target="/ppt/slides/slide84.xml" Id="R1342d9b356a94c7c" /><Relationship Type="http://schemas.openxmlformats.org/officeDocument/2006/relationships/slide" Target="/ppt/slides/slide85.xml" Id="Raf96d6a3275f4f2a" /><Relationship Type="http://schemas.openxmlformats.org/officeDocument/2006/relationships/slide" Target="/ppt/slides/slide86.xml" Id="R8e8904be4b284152" /><Relationship Type="http://schemas.openxmlformats.org/officeDocument/2006/relationships/slide" Target="/ppt/slides/slide87.xml" Id="R12a8949e767e4196" /><Relationship Type="http://schemas.openxmlformats.org/officeDocument/2006/relationships/slide" Target="/ppt/slides/slide88.xml" Id="Rc95b12fdf7154c77" /><Relationship Type="http://schemas.openxmlformats.org/officeDocument/2006/relationships/slide" Target="/ppt/slides/slide89.xml" Id="Ra2e373318c8040ad" /><Relationship Type="http://schemas.openxmlformats.org/officeDocument/2006/relationships/slide" Target="/ppt/slides/slide90.xml" Id="R028585e0eb7142fb" /><Relationship Type="http://schemas.openxmlformats.org/officeDocument/2006/relationships/slide" Target="/ppt/slides/slide91.xml" Id="R3d02bd453bab47ae" /><Relationship Type="http://schemas.openxmlformats.org/officeDocument/2006/relationships/slide" Target="/ppt/slides/slide92.xml" Id="Rac09de3785044856" /><Relationship Type="http://schemas.openxmlformats.org/officeDocument/2006/relationships/slide" Target="/ppt/slides/slide93.xml" Id="Ra20439a3c70e4fe1" /><Relationship Type="http://schemas.openxmlformats.org/officeDocument/2006/relationships/slide" Target="/ppt/slides/slide94.xml" Id="R32f3e8a7dcf74960" /><Relationship Type="http://schemas.openxmlformats.org/officeDocument/2006/relationships/slide" Target="/ppt/slides/slide95.xml" Id="R8e9681ae54514013" /><Relationship Type="http://schemas.openxmlformats.org/officeDocument/2006/relationships/slide" Target="/ppt/slides/slide96.xml" Id="R96d55e20b99c4e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fed43cba8a43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7ecc3c24704c48" /><Relationship Type="http://schemas.openxmlformats.org/officeDocument/2006/relationships/notesMaster" Target="/ppt/notesMasters/notesMaster1.xml" Id="R3dc21ee6eabb41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356bda3ada4190" /><Relationship Type="http://schemas.openxmlformats.org/officeDocument/2006/relationships/notesMaster" Target="/ppt/notesMasters/notesMaster1.xml" Id="Reaa973af4ab743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f3b092ebcd4ec7" /><Relationship Type="http://schemas.openxmlformats.org/officeDocument/2006/relationships/notesMaster" Target="/ppt/notesMasters/notesMaster1.xml" Id="R22f3312adaac4c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c405a70f04770" /><Relationship Type="http://schemas.openxmlformats.org/officeDocument/2006/relationships/notesMaster" Target="/ppt/notesMasters/notesMaster1.xml" Id="R2d20ae8f5e7b46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95b7e655104116" /><Relationship Type="http://schemas.openxmlformats.org/officeDocument/2006/relationships/notesMaster" Target="/ppt/notesMasters/notesMaster1.xml" Id="Rb307fad6494e49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949773b3294a9d" /><Relationship Type="http://schemas.openxmlformats.org/officeDocument/2006/relationships/notesMaster" Target="/ppt/notesMasters/notesMaster1.xml" Id="R93a6493fceb6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2fb69aa4c54f8c" /><Relationship Type="http://schemas.openxmlformats.org/officeDocument/2006/relationships/notesMaster" Target="/ppt/notesMasters/notesMaster1.xml" Id="R8b549a945ffd4d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729f1b801b4b42" /><Relationship Type="http://schemas.openxmlformats.org/officeDocument/2006/relationships/notesMaster" Target="/ppt/notesMasters/notesMaster1.xml" Id="Rfdea0af33cae49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a41edccd19492d" /><Relationship Type="http://schemas.openxmlformats.org/officeDocument/2006/relationships/notesMaster" Target="/ppt/notesMasters/notesMaster1.xml" Id="R084c3094261e4d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5947c325f34953" /><Relationship Type="http://schemas.openxmlformats.org/officeDocument/2006/relationships/notesMaster" Target="/ppt/notesMasters/notesMaster1.xml" Id="Rd8d1294ad6cd4f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c1856fa34a4719" /><Relationship Type="http://schemas.openxmlformats.org/officeDocument/2006/relationships/notesMaster" Target="/ppt/notesMasters/notesMaster1.xml" Id="R6a38b33efb1c4a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6856857c0d444e" /><Relationship Type="http://schemas.openxmlformats.org/officeDocument/2006/relationships/notesMaster" Target="/ppt/notesMasters/notesMaster1.xml" Id="R02fc0014fb894d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b9f34dcd3e46d3" /><Relationship Type="http://schemas.openxmlformats.org/officeDocument/2006/relationships/notesMaster" Target="/ppt/notesMasters/notesMaster1.xml" Id="Raff13c13378944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6b6de081364be6" /><Relationship Type="http://schemas.openxmlformats.org/officeDocument/2006/relationships/notesMaster" Target="/ppt/notesMasters/notesMaster1.xml" Id="Ra2f60255a67040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7dcea99c834f21" /><Relationship Type="http://schemas.openxmlformats.org/officeDocument/2006/relationships/notesMaster" Target="/ppt/notesMasters/notesMaster1.xml" Id="R72932a5dc0404b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ba683e99af4f29" /><Relationship Type="http://schemas.openxmlformats.org/officeDocument/2006/relationships/notesMaster" Target="/ppt/notesMasters/notesMaster1.xml" Id="R1139147fe4cd4a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8b3c34e2d24ed3" /><Relationship Type="http://schemas.openxmlformats.org/officeDocument/2006/relationships/notesMaster" Target="/ppt/notesMasters/notesMaster1.xml" Id="R9223766af3944d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34f9aa0c86144f0" /><Relationship Type="http://schemas.openxmlformats.org/officeDocument/2006/relationships/notesMaster" Target="/ppt/notesMasters/notesMaster1.xml" Id="R453c33f5f2d046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a72764eca54ab4" /><Relationship Type="http://schemas.openxmlformats.org/officeDocument/2006/relationships/notesMaster" Target="/ppt/notesMasters/notesMaster1.xml" Id="Rcbded751225d45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c00d1309244dff" /><Relationship Type="http://schemas.openxmlformats.org/officeDocument/2006/relationships/notesMaster" Target="/ppt/notesMasters/notesMaster1.xml" Id="R3aa3b77ef5f5436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6d6407ecd34785" /><Relationship Type="http://schemas.openxmlformats.org/officeDocument/2006/relationships/notesMaster" Target="/ppt/notesMasters/notesMaster1.xml" Id="Rcdc38fd4d88c4c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0acb82bf454f64" /><Relationship Type="http://schemas.openxmlformats.org/officeDocument/2006/relationships/notesMaster" Target="/ppt/notesMasters/notesMaster1.xml" Id="R868ede09de574e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b2add1398854827" /><Relationship Type="http://schemas.openxmlformats.org/officeDocument/2006/relationships/notesMaster" Target="/ppt/notesMasters/notesMaster1.xml" Id="Rbdc45b43fd8c423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f4cc4799f04541" /><Relationship Type="http://schemas.openxmlformats.org/officeDocument/2006/relationships/notesMaster" Target="/ppt/notesMasters/notesMaster1.xml" Id="R63cfab0d1fff48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e6c852afe8745d7" /><Relationship Type="http://schemas.openxmlformats.org/officeDocument/2006/relationships/notesMaster" Target="/ppt/notesMasters/notesMaster1.xml" Id="Rea0df81eba6545c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953d7ce0faa488d" /><Relationship Type="http://schemas.openxmlformats.org/officeDocument/2006/relationships/notesMaster" Target="/ppt/notesMasters/notesMaster1.xml" Id="R70d13685f675447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7b1d0c0a3343c1" /><Relationship Type="http://schemas.openxmlformats.org/officeDocument/2006/relationships/notesMaster" Target="/ppt/notesMasters/notesMaster1.xml" Id="Rafb4127d7bac472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36bdb436d174827" /><Relationship Type="http://schemas.openxmlformats.org/officeDocument/2006/relationships/notesMaster" Target="/ppt/notesMasters/notesMaster1.xml" Id="Ra9e9a83541d34dc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70fb552c8f4fcb" /><Relationship Type="http://schemas.openxmlformats.org/officeDocument/2006/relationships/notesMaster" Target="/ppt/notesMasters/notesMaster1.xml" Id="Rbd4d9e1249bb4d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7fe14cd7a14573" /><Relationship Type="http://schemas.openxmlformats.org/officeDocument/2006/relationships/notesMaster" Target="/ppt/notesMasters/notesMaster1.xml" Id="Rdea4be5391644fc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f0450a8fe1544b6" /><Relationship Type="http://schemas.openxmlformats.org/officeDocument/2006/relationships/notesMaster" Target="/ppt/notesMasters/notesMaster1.xml" Id="R4cf86f12692f491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9d25d9e03cd4b42" /><Relationship Type="http://schemas.openxmlformats.org/officeDocument/2006/relationships/notesMaster" Target="/ppt/notesMasters/notesMaster1.xml" Id="Rc79bbb29b3cf418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c21ab22ecf04b9b" /><Relationship Type="http://schemas.openxmlformats.org/officeDocument/2006/relationships/notesMaster" Target="/ppt/notesMasters/notesMaster1.xml" Id="Rf5a6887f11aa4c2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7187db03a1946f5" /><Relationship Type="http://schemas.openxmlformats.org/officeDocument/2006/relationships/notesMaster" Target="/ppt/notesMasters/notesMaster1.xml" Id="R7dda38700bb747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dd0a1c5c3644be7" /><Relationship Type="http://schemas.openxmlformats.org/officeDocument/2006/relationships/notesMaster" Target="/ppt/notesMasters/notesMaster1.xml" Id="R8e2a78ccd94d41d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dfbe469ea2f4a6d" /><Relationship Type="http://schemas.openxmlformats.org/officeDocument/2006/relationships/notesMaster" Target="/ppt/notesMasters/notesMaster1.xml" Id="R07de7d7e2cac4e9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c3d31ac4502474c" /><Relationship Type="http://schemas.openxmlformats.org/officeDocument/2006/relationships/notesMaster" Target="/ppt/notesMasters/notesMaster1.xml" Id="R499fc5cb34bd4c3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bdba1b8a0fb410d" /><Relationship Type="http://schemas.openxmlformats.org/officeDocument/2006/relationships/notesMaster" Target="/ppt/notesMasters/notesMaster1.xml" Id="R16bf8bb935da409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9eccff1abb24948" /><Relationship Type="http://schemas.openxmlformats.org/officeDocument/2006/relationships/notesMaster" Target="/ppt/notesMasters/notesMaster1.xml" Id="Rec7b699b59eb482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b49389060424b96" /><Relationship Type="http://schemas.openxmlformats.org/officeDocument/2006/relationships/notesMaster" Target="/ppt/notesMasters/notesMaster1.xml" Id="Rc3ca243e18544ee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bee671572cf4a99" /><Relationship Type="http://schemas.openxmlformats.org/officeDocument/2006/relationships/notesMaster" Target="/ppt/notesMasters/notesMaster1.xml" Id="Rc6c424178b9a444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15ea2d2ceff4c60" /><Relationship Type="http://schemas.openxmlformats.org/officeDocument/2006/relationships/notesMaster" Target="/ppt/notesMasters/notesMaster1.xml" Id="Rc340c91fbabc4b5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71f12aceb424d29" /><Relationship Type="http://schemas.openxmlformats.org/officeDocument/2006/relationships/notesMaster" Target="/ppt/notesMasters/notesMaster1.xml" Id="R785bb854fd4e46c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f6e4417fd124b19" /><Relationship Type="http://schemas.openxmlformats.org/officeDocument/2006/relationships/notesMaster" Target="/ppt/notesMasters/notesMaster1.xml" Id="R0e3c72d7171940b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3b98bd370b94637" /><Relationship Type="http://schemas.openxmlformats.org/officeDocument/2006/relationships/notesMaster" Target="/ppt/notesMasters/notesMaster1.xml" Id="Rd585485e00724f7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3bcdd933ed342bb" /><Relationship Type="http://schemas.openxmlformats.org/officeDocument/2006/relationships/notesMaster" Target="/ppt/notesMasters/notesMaster1.xml" Id="Rdbc353597bf34e9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c939f60b21248cc" /><Relationship Type="http://schemas.openxmlformats.org/officeDocument/2006/relationships/notesMaster" Target="/ppt/notesMasters/notesMaster1.xml" Id="R1993d08152234a4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7a5746940f14b48" /><Relationship Type="http://schemas.openxmlformats.org/officeDocument/2006/relationships/notesMaster" Target="/ppt/notesMasters/notesMaster1.xml" Id="R62c9fa2f4a9d434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3ffb7a20ffc40b5" /><Relationship Type="http://schemas.openxmlformats.org/officeDocument/2006/relationships/notesMaster" Target="/ppt/notesMasters/notesMaster1.xml" Id="Rc7ee94b716194a7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9b1f902d89845a3" /><Relationship Type="http://schemas.openxmlformats.org/officeDocument/2006/relationships/notesMaster" Target="/ppt/notesMasters/notesMaster1.xml" Id="R920adcc67b3e4c3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d75d9aff2ff482f" /><Relationship Type="http://schemas.openxmlformats.org/officeDocument/2006/relationships/notesMaster" Target="/ppt/notesMasters/notesMaster1.xml" Id="Rbbe5215176fb4de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e3ef7d7430441ce" /><Relationship Type="http://schemas.openxmlformats.org/officeDocument/2006/relationships/notesMaster" Target="/ppt/notesMasters/notesMaster1.xml" Id="R2c58ec449325427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53e854e6f6144ad" /><Relationship Type="http://schemas.openxmlformats.org/officeDocument/2006/relationships/notesMaster" Target="/ppt/notesMasters/notesMaster1.xml" Id="R874a4f6d311b43b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9eb569d7d924001" /><Relationship Type="http://schemas.openxmlformats.org/officeDocument/2006/relationships/notesMaster" Target="/ppt/notesMasters/notesMaster1.xml" Id="R955dab90970d43e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d5a37efd3794bf0" /><Relationship Type="http://schemas.openxmlformats.org/officeDocument/2006/relationships/notesMaster" Target="/ppt/notesMasters/notesMaster1.xml" Id="Ra2e7055e09e5407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54d6b69173b4776" /><Relationship Type="http://schemas.openxmlformats.org/officeDocument/2006/relationships/notesMaster" Target="/ppt/notesMasters/notesMaster1.xml" Id="R0d7f5da34b304b3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760f1e073b74fc5" /><Relationship Type="http://schemas.openxmlformats.org/officeDocument/2006/relationships/notesMaster" Target="/ppt/notesMasters/notesMaster1.xml" Id="R6219c84aac80444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884d092f97943a7" /><Relationship Type="http://schemas.openxmlformats.org/officeDocument/2006/relationships/notesMaster" Target="/ppt/notesMasters/notesMaster1.xml" Id="R58f989aaf7774e1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6d22bbb95424052" /><Relationship Type="http://schemas.openxmlformats.org/officeDocument/2006/relationships/notesMaster" Target="/ppt/notesMasters/notesMaster1.xml" Id="R42e72d81bb03451c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9ba85059c94425b" /><Relationship Type="http://schemas.openxmlformats.org/officeDocument/2006/relationships/notesMaster" Target="/ppt/notesMasters/notesMaster1.xml" Id="R095c0e3e479a492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0ffa21ed5824891" /><Relationship Type="http://schemas.openxmlformats.org/officeDocument/2006/relationships/notesMaster" Target="/ppt/notesMasters/notesMaster1.xml" Id="R8b5be50e55a043a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7b4f8cb996e479a" /><Relationship Type="http://schemas.openxmlformats.org/officeDocument/2006/relationships/notesMaster" Target="/ppt/notesMasters/notesMaster1.xml" Id="R67d9db48dde8409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12925fd8182415c" /><Relationship Type="http://schemas.openxmlformats.org/officeDocument/2006/relationships/notesMaster" Target="/ppt/notesMasters/notesMaster1.xml" Id="Ra68afcf9b2c848b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853c7037e9a43db" /><Relationship Type="http://schemas.openxmlformats.org/officeDocument/2006/relationships/notesMaster" Target="/ppt/notesMasters/notesMaster1.xml" Id="Rd23d32c5328748e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d81938b5ef44a7a" /><Relationship Type="http://schemas.openxmlformats.org/officeDocument/2006/relationships/notesMaster" Target="/ppt/notesMasters/notesMaster1.xml" Id="R4379e620d299492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e6fae4a5f5e4ff4" /><Relationship Type="http://schemas.openxmlformats.org/officeDocument/2006/relationships/notesMaster" Target="/ppt/notesMasters/notesMaster1.xml" Id="R0a68fb26c8924a33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3b0ecb7ea2046ec" /><Relationship Type="http://schemas.openxmlformats.org/officeDocument/2006/relationships/notesMaster" Target="/ppt/notesMasters/notesMaster1.xml" Id="Rba8d824047684b3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777ff4588ad486b" /><Relationship Type="http://schemas.openxmlformats.org/officeDocument/2006/relationships/notesMaster" Target="/ppt/notesMasters/notesMaster1.xml" Id="R036c0b6d73cc4c6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b9f0f2adb904890" /><Relationship Type="http://schemas.openxmlformats.org/officeDocument/2006/relationships/notesMaster" Target="/ppt/notesMasters/notesMaster1.xml" Id="R2c9e44291c6e4bbc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36cef8f8586430a" /><Relationship Type="http://schemas.openxmlformats.org/officeDocument/2006/relationships/notesMaster" Target="/ppt/notesMasters/notesMaster1.xml" Id="Re25a222b24444d02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921934c45234df0" /><Relationship Type="http://schemas.openxmlformats.org/officeDocument/2006/relationships/notesMaster" Target="/ppt/notesMasters/notesMaster1.xml" Id="Rc1e3340dc0244ab1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bc9e37d5ff44611" /><Relationship Type="http://schemas.openxmlformats.org/officeDocument/2006/relationships/notesMaster" Target="/ppt/notesMasters/notesMaster1.xml" Id="Reef96e7588de40f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ca6b7cf9b7548c6" /><Relationship Type="http://schemas.openxmlformats.org/officeDocument/2006/relationships/notesMaster" Target="/ppt/notesMasters/notesMaster1.xml" Id="Ra68f649ab54f4be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fc953c31ab784777" /><Relationship Type="http://schemas.openxmlformats.org/officeDocument/2006/relationships/notesMaster" Target="/ppt/notesMasters/notesMaster1.xml" Id="R7ef08997ab1448f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111373a09a234435" /><Relationship Type="http://schemas.openxmlformats.org/officeDocument/2006/relationships/notesMaster" Target="/ppt/notesMasters/notesMaster1.xml" Id="R7df6828b28d74ad6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eb13c11768d74b85" /><Relationship Type="http://schemas.openxmlformats.org/officeDocument/2006/relationships/notesMaster" Target="/ppt/notesMasters/notesMaster1.xml" Id="R7bda7076bcf9497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acee7fd18284329" /><Relationship Type="http://schemas.openxmlformats.org/officeDocument/2006/relationships/notesMaster" Target="/ppt/notesMasters/notesMaster1.xml" Id="R52a80e8f0bff4d0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5a60492305b64d3a" /><Relationship Type="http://schemas.openxmlformats.org/officeDocument/2006/relationships/notesMaster" Target="/ppt/notesMasters/notesMaster1.xml" Id="Rbfab616c56b1466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8b90013c3cc14e6e" /><Relationship Type="http://schemas.openxmlformats.org/officeDocument/2006/relationships/notesMaster" Target="/ppt/notesMasters/notesMaster1.xml" Id="Rfd2bbaeb04fe4164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dab3a704f60b495d" /><Relationship Type="http://schemas.openxmlformats.org/officeDocument/2006/relationships/notesMaster" Target="/ppt/notesMasters/notesMaster1.xml" Id="R2d44fdc96a1d4c8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096d18563d2b41f9" /><Relationship Type="http://schemas.openxmlformats.org/officeDocument/2006/relationships/notesMaster" Target="/ppt/notesMasters/notesMaster1.xml" Id="Rd25eab6b78ad4318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64cba9b3f3764afb" /><Relationship Type="http://schemas.openxmlformats.org/officeDocument/2006/relationships/notesMaster" Target="/ppt/notesMasters/notesMaster1.xml" Id="Rdd9d8bc452f4465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598acdb4c1ce457a" /><Relationship Type="http://schemas.openxmlformats.org/officeDocument/2006/relationships/notesMaster" Target="/ppt/notesMasters/notesMaster1.xml" Id="Ra1dd27c1a69648a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1e501b0cf3a4a9f" /><Relationship Type="http://schemas.openxmlformats.org/officeDocument/2006/relationships/notesMaster" Target="/ppt/notesMasters/notesMaster1.xml" Id="R22b6d8af4f8e4f1d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4cafb886ed94ecd" /><Relationship Type="http://schemas.openxmlformats.org/officeDocument/2006/relationships/notesMaster" Target="/ppt/notesMasters/notesMaster1.xml" Id="R4630c92555fa4e8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0eeb956fd9f54edb" /><Relationship Type="http://schemas.openxmlformats.org/officeDocument/2006/relationships/notesMaster" Target="/ppt/notesMasters/notesMaster1.xml" Id="R9d634032a2ca489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a325010337f4fa6" /><Relationship Type="http://schemas.openxmlformats.org/officeDocument/2006/relationships/notesMaster" Target="/ppt/notesMasters/notesMaster1.xml" Id="R01c9d8c96e244626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0dda177f920e4690" /><Relationship Type="http://schemas.openxmlformats.org/officeDocument/2006/relationships/notesMaster" Target="/ppt/notesMasters/notesMaster1.xml" Id="Re813f8ebc0e849e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2bbeaf44217845ca" /><Relationship Type="http://schemas.openxmlformats.org/officeDocument/2006/relationships/notesMaster" Target="/ppt/notesMasters/notesMaster1.xml" Id="R35612e16bd254414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3dfe5cc5b424193" /><Relationship Type="http://schemas.openxmlformats.org/officeDocument/2006/relationships/notesMaster" Target="/ppt/notesMasters/notesMaster1.xml" Id="R5cb9e2728c104ed5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c22399c4fc14519" /><Relationship Type="http://schemas.openxmlformats.org/officeDocument/2006/relationships/notesMaster" Target="/ppt/notesMasters/notesMaster1.xml" Id="R3d0fc49d694b4fbe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b4eb73649744f48" /><Relationship Type="http://schemas.openxmlformats.org/officeDocument/2006/relationships/notesMaster" Target="/ppt/notesMasters/notesMaster1.xml" Id="Rb02be218836a471b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53c71b89a27d48fa" /><Relationship Type="http://schemas.openxmlformats.org/officeDocument/2006/relationships/notesMaster" Target="/ppt/notesMasters/notesMaster1.xml" Id="Rd2d710a4f5cc454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95f0811afcd14dfc" /><Relationship Type="http://schemas.openxmlformats.org/officeDocument/2006/relationships/notesMaster" Target="/ppt/notesMasters/notesMaster1.xml" Id="Rbe6b650960104d1f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427036163561446c" /><Relationship Type="http://schemas.openxmlformats.org/officeDocument/2006/relationships/notesMaster" Target="/ppt/notesMasters/notesMaster1.xml" Id="R4089a6a5684e437a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58bdc7c58e6d4d35" /><Relationship Type="http://schemas.openxmlformats.org/officeDocument/2006/relationships/notesMaster" Target="/ppt/notesMasters/notesMaster1.xml" Id="Ra38a87efdec6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und Titelbild folgen der vom Nutzer bereitgestellten Canva-Präsentation. Das ZBB-Logo stammt aus dem lokalen Projektbestand.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Redaktioneller Hinweis: Die sichtbaren Screenshot-Platzhalter sind absichtlich und sollen vor der finalen Schulungsfreigabe ersetzt werden.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Kommunikationsprinzip der Schulungsunterlage.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Legende für die editierbaren Markierungen und Callouts.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Inhaltsübersicht der Präsentation.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Inhaltsübersicht der Präsentation.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Einführung.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C:/xampp/htdocs/zbb/resources/js/Components/Sidebar/DashboardSidebar.vue</a:t>
            </a:r>
          </a:p>
          <a:p xmlns:a="http://schemas.openxmlformats.org/drawingml/2006/main">
            <a:r>
              <a:t>- C:/xampp/htdocs/zbb/resources/js/Layouts/AppLayout.vue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C:/xampp/htdocs/zbb/resources/js/Components/Sidebar/DashboardSidebar.vue</a:t>
            </a:r>
          </a:p>
          <a:p xmlns:a="http://schemas.openxmlformats.org/drawingml/2006/main">
            <a:r>
              <a:t>- C:/xampp/htdocs/zbb/resources/js/Layouts/AppLayout.vue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C:/xampp/htdocs/zbb/resources/js/Components/Sidebar/DashboardSidebar.vue</a:t>
            </a:r>
          </a:p>
          <a:p xmlns:a="http://schemas.openxmlformats.org/drawingml/2006/main">
            <a:r>
              <a:t>- C:/xampp/htdocs/zbb/resources/js/Layouts/AppLayout.vue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C:/xampp/htdocs/zbb/resources/js/Components/Sidebar/DashboardSidebar.vue</a:t>
            </a:r>
          </a:p>
          <a:p xmlns:a="http://schemas.openxmlformats.org/drawingml/2006/main">
            <a:r>
              <a:t>- C:/xampp/htdocs/zbb/resources/js/Layouts/AppLayout.vue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Benutzerkonto und Profil.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C:/xampp/htdocs/zbb/resources/js/Pages/Profile/Partials/UpdateProfileInformationForm.vue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C:/xampp/htdocs/zbb/resources/js/Pages/Profile/Partials/UpdateProfileInformationForm.vue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C:/xampp/htdocs/zbb/resources/js/Pages/Profile/Partials/UpdateProfileInformationForm.vue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C:/xampp/htdocs/zbb/resources/js/Pages/Profile/Partials/UpdateProfileInformationForm.vue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C:/xampp/htdocs/zbb/resources/js/Pages/Profile/Partials/UpdateProfileInformationForm.vue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Projekt BvB Reha.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C:/xampp/htdocs/zbb/app/Services/Projects/ActiveProjectContext.php</a:t>
            </a:r>
          </a:p>
          <a:p xmlns:a="http://schemas.openxmlformats.org/drawingml/2006/main">
            <a:r>
              <a:t>- C:/xampp/htdocs/zbb/resources/js/Pages/Projekt/Show.vue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C:/xampp/htdocs/zbb/app/Services/Projects/ActiveProjectContext.php</a:t>
            </a:r>
          </a:p>
          <a:p xmlns:a="http://schemas.openxmlformats.org/drawingml/2006/main">
            <a:r>
              <a:t>- C:/xampp/htdocs/zbb/resources/js/Pages/Projekt/Show.vue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C:/xampp/htdocs/zbb/app/Services/Projects/ActiveProjectContext.php</a:t>
            </a:r>
          </a:p>
          <a:p xmlns:a="http://schemas.openxmlformats.org/drawingml/2006/main">
            <a:r>
              <a:t>- C:/xampp/htdocs/zbb/resources/js/Pages/Projekt/Show.vue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C:/xampp/htdocs/zbb/app/Services/Projects/ActiveProjectContext.php</a:t>
            </a:r>
          </a:p>
          <a:p xmlns:a="http://schemas.openxmlformats.org/drawingml/2006/main">
            <a:r>
              <a:t>- C:/xampp/htdocs/zbb/resources/js/Pages/Projekt/Show.vue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C:/xampp/htdocs/zbb/app/Services/Projects/ActiveProjectContext.php</a:t>
            </a:r>
          </a:p>
          <a:p xmlns:a="http://schemas.openxmlformats.org/drawingml/2006/main">
            <a:r>
              <a:t>- C:/xampp/htdocs/zbb/resources/js/Pages/Projekt/Show.vue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Gruppen verwalten.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C:/xampp/htdocs/zbb/resources/js/Pages/Gruppe/ModalCreate.vue</a:t>
            </a:r>
          </a:p>
          <a:p xmlns:a="http://schemas.openxmlformats.org/drawingml/2006/main">
            <a:r>
              <a:t>- C:/xampp/htdocs/zbb/resources/js/Pages/Gruppe/ModalEdit.vue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C:/xampp/htdocs/zbb/resources/js/Pages/Gruppe/ModalCreate.vue</a:t>
            </a:r>
          </a:p>
          <a:p xmlns:a="http://schemas.openxmlformats.org/drawingml/2006/main">
            <a:r>
              <a:t>- C:/xampp/htdocs/zbb/resources/js/Pages/Gruppe/ModalEdit.vue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C:/xampp/htdocs/zbb/resources/js/Pages/Gruppe/ModalCreate.vue</a:t>
            </a:r>
          </a:p>
          <a:p xmlns:a="http://schemas.openxmlformats.org/drawingml/2006/main">
            <a:r>
              <a:t>- C:/xampp/htdocs/zbb/resources/js/Pages/Gruppe/ModalEdit.vue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C:/xampp/htdocs/zbb/resources/js/Pages/Gruppe/ModalCreate.vue</a:t>
            </a:r>
          </a:p>
          <a:p xmlns:a="http://schemas.openxmlformats.org/drawingml/2006/main">
            <a:r>
              <a:t>- C:/xampp/htdocs/zbb/resources/js/Pages/Gruppe/ModalEdit.vue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C:/xampp/htdocs/zbb/resources/js/Pages/Gruppe/ModalCreate.vue</a:t>
            </a:r>
          </a:p>
          <a:p xmlns:a="http://schemas.openxmlformats.org/drawingml/2006/main">
            <a:r>
              <a:t>- C:/xampp/htdocs/zbb/resources/js/Pages/Gruppe/ModalEdit.vue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C:/xampp/htdocs/zbb/resources/js/Pages/Gruppe/ModalCreate.vue</a:t>
            </a:r>
          </a:p>
          <a:p xmlns:a="http://schemas.openxmlformats.org/drawingml/2006/main">
            <a:r>
              <a:t>- C:/xampp/htdocs/zbb/resources/js/Pages/Gruppe/ModalEdit.vue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C:/xampp/htdocs/zbb/resources/js/Pages/Gruppe/ModalCreate.vue</a:t>
            </a:r>
          </a:p>
          <a:p xmlns:a="http://schemas.openxmlformats.org/drawingml/2006/main">
            <a:r>
              <a:t>- C:/xampp/htdocs/zbb/resources/js/Pages/Gruppe/ModalEdit.vue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Teilnehmende verwalten.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C:/xampp/htdocs/zbb/resources/js/Pages/Teilnehmer/ModalCreateTeilnehmer.vue</a:t>
            </a:r>
          </a:p>
          <a:p xmlns:a="http://schemas.openxmlformats.org/drawingml/2006/main">
            <a:r>
              <a:t>- C:/xampp/htdocs/zbb/resources/js/Pages/Teilnehmer/Edit.vue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Klassenbuch.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C:/xampp/htdocs/zbb/resources/js/Pages/Klassenbuch/Index.vue</a:t>
            </a:r>
          </a:p>
          <a:p xmlns:a="http://schemas.openxmlformats.org/drawingml/2006/main">
            <a:r>
              <a:t>- C:/xampp/htdocs/zbb/resources/js/Pages/Klassenbuch/Show.vue</a:t>
            </a:r>
          </a:p>
          <a:p xmlns:a="http://schemas.openxmlformats.org/drawingml/2006/main">
            <a:r>
              <a:t>- C:/xampp/htdocs/zbb/resources/js/Pages/Klassenbuch/Woche.vue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C:/xampp/htdocs/zbb/database/seeders/TageSeeder.php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Bereich Hauswirtschaft.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Garten- und Landschaftsbau.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Bereich Logistik.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C:/xampp/htdocs/zbb/resources/js/Pages/Klassenbuch/Woche.vue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Potenzialanalyse.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C:/xampp/htdocs/zbb/resources/js/Pages/Projekt/Show.vue</a:t>
            </a:r>
          </a:p>
          <a:p xmlns:a="http://schemas.openxmlformats.org/drawingml/2006/main">
            <a:r>
              <a:t>- C:/xampp/htdocs/zbb/app/Models/Projekt.php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Materialanforderungen.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  <a:p xmlns:a="http://schemas.openxmlformats.org/drawingml/2006/main">
            <a:r>
              <a:t>- C:/xampp/htdocs/zbb/resources/js/Pages/Bestellungen/Materialanforderung/Create.vue</a:t>
            </a:r>
          </a:p>
          <a:p xmlns:a="http://schemas.openxmlformats.org/drawingml/2006/main">
            <a:r>
              <a:t>- C:/xampp/htdocs/zbb/resources/js/Pages/Bestellungen/Materialanforderung/Show.vue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Dokumente und Auswertungen.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C:/xampp/htdocs/zbb/resources/js/Pages/Dokumente/Index.vue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C:/xampp/htdocs/zbb/resources/js/Pages/Dokumente/Index.vue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C:/xampp/htdocs/zbb/resources/js/Pages/Dokumente/Index.vue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C:/xampp/htdocs/zbb/resources/js/Pages/Dokumente/Index.vue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C:/xampp/htdocs/zbb/resources/js/Pages/Dokumente/Index.vue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  <a:p xmlns:a="http://schemas.openxmlformats.org/drawingml/2006/main">
            <a:r>
              <a:t>- C:/xampp/htdocs/zbb/routes/web.php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Suche, Filter und Navigation.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C:/xampp/htdocs/zbb/resources/js/Pages/Teilnehmer/Index.vue</a:t>
            </a:r>
          </a:p>
          <a:p xmlns:a="http://schemas.openxmlformats.org/drawingml/2006/main">
            <a:r>
              <a:t>- C:/xampp/htdocs/zbb/resources/js/Pages/Gruppe/Index.vue</a:t>
            </a:r>
          </a:p>
          <a:p xmlns:a="http://schemas.openxmlformats.org/drawingml/2006/main">
            <a:r>
              <a:t>- C:/xampp/htdocs/zbb/resources/js/Pages/Bestellungen/Materialanforderung/Index.vue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Datenschutz und Sicherheit.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C:/xampp/htdocs/zbb/docs/teilnehmerportal-datenschutz.md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C:/xampp/htdocs/zbb/docs/teilnehmerportal-datenschutz.md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C:/xampp/htdocs/zbb/docs/teilnehmerportal-datenschutz.md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C:/xampp/htdocs/zbb/docs/teilnehmerportal-datenschutz.md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C:/xampp/htdocs/zbb/docs/teilnehmerportal-datenschutz.md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ist absichtlich ein Platzhalter. Vor Schulungseinsatz durch anonymisierten Matrix-Screenshot ersetzen.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C:/xampp/htdocs/zbb/docs/teilnehmerportal-datenschutz.md</a:t>
            </a:r>
          </a:p>
          <a:p xmlns:a="http://schemas.openxmlformats.org/drawingml/2006/main">
            <a:r>
              <a:t>- C:/xampp/htdocs/zbb/resources/js/Pages/Profile/Partials/UpdatePasswordForm.vue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Häufige Fehler und Lösungen.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C:/xampp/htdocs/zbb/routes/web.php</a:t>
            </a:r>
          </a:p>
          <a:p xmlns:a="http://schemas.openxmlformats.org/drawingml/2006/main">
            <a:r>
              <a:t>- C:/xampp/htdocs/zbb/app/Models/Projekt.php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C:/xampp/htdocs/zbb/routes/web.php</a:t>
            </a:r>
          </a:p>
          <a:p xmlns:a="http://schemas.openxmlformats.org/drawingml/2006/main">
            <a:r>
              <a:t>- C:/xampp/htdocs/zbb/app/Models/Projekt.php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C:/xampp/htdocs/zbb/routes/web.php</a:t>
            </a:r>
          </a:p>
          <a:p xmlns:a="http://schemas.openxmlformats.org/drawingml/2006/main">
            <a:r>
              <a:t>- C:/xampp/htdocs/zbb/app/Models/Projekt.php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C:/xampp/htdocs/zbb/routes/web.php</a:t>
            </a:r>
          </a:p>
          <a:p xmlns:a="http://schemas.openxmlformats.org/drawingml/2006/main">
            <a:r>
              <a:t>- C:/xampp/htdocs/zbb/app/Models/Projekt.php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Kapiteltrenner: Checkliste für Anleiter.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Kästchen sind native PowerPoint-Formen und können in der Schulung angekreuzt oder kopiert werden.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Kästchen sind native PowerPoint-Formen und können in der Schulung angekreuzt oder kopiert werden.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  <a:p xmlns:a="http://schemas.openxmlformats.org/drawingml/2006/main">
            <a:r>
              <a:t>- C:/xampp/htdocs/zbb/resources/js/Pages/Gruppe/GruppeHasTeilnehmer/Index.vue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Abschlussfolie: Die fünf Sicherheitsprüfungen lösen die zentrale Aufgabe der Präsentation auf.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Canva design reference: https://www.canva.com/design/DAGd2c3-Q1c/uiLCB6ub_otUziKqwKHNiw/edit</a:t>
            </a:r>
          </a:p>
          <a:p xmlns:a="http://schemas.openxmlformats.org/drawingml/2006/main">
            <a:r>
              <a:t>- C:/xampp/htdocs/zbb/docs/bvb-reha-fachmodul-plan.md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8acac1c2c46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1edbff5c84122" /><Relationship Type="http://schemas.openxmlformats.org/officeDocument/2006/relationships/slideLayout" Target="/ppt/slideLayouts/slideLayout1.xml" Id="R39e283d5e51b4d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e283d5e51b4d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3c122fb4342d3" /><Relationship Type="http://schemas.openxmlformats.org/officeDocument/2006/relationships/image" Target="/ppt/media/image.png" Id="Rc0165b1a12f54be4" /><Relationship Type="http://schemas.openxmlformats.org/officeDocument/2006/relationships/image" Target="/ppt/media/image2.png" Id="Re93058f670d241c1" /><Relationship Type="http://schemas.openxmlformats.org/officeDocument/2006/relationships/notesSlide" Target="/ppt/notesSlides/notesSlide1.xml" Id="Rb8fd722ff839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a84a2d2a04def" /><Relationship Type="http://schemas.openxmlformats.org/officeDocument/2006/relationships/image" Target="/ppt/media/image3.png" Id="Ra4213b35f881446f" /><Relationship Type="http://schemas.openxmlformats.org/officeDocument/2006/relationships/notesSlide" Target="/ppt/notesSlides/notesSlide2.xml" Id="R5fc8c35df96e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f1759ead444d1" /><Relationship Type="http://schemas.openxmlformats.org/officeDocument/2006/relationships/image" Target="/ppt/media/image4.png" Id="Ree28318b95c14939" /><Relationship Type="http://schemas.openxmlformats.org/officeDocument/2006/relationships/notesSlide" Target="/ppt/notesSlides/notesSlide3.xml" Id="R264a7d142e304e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28f89a8bc4337" /><Relationship Type="http://schemas.openxmlformats.org/officeDocument/2006/relationships/image" Target="/ppt/media/image5.png" Id="Rfe87cad488dc4711" /><Relationship Type="http://schemas.openxmlformats.org/officeDocument/2006/relationships/notesSlide" Target="/ppt/notesSlides/notesSlide4.xml" Id="R01715eb57bd94c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216b31d064d27" /><Relationship Type="http://schemas.openxmlformats.org/officeDocument/2006/relationships/image" Target="/ppt/media/image6.png" Id="R691cdfc5cf0a4ea9" /><Relationship Type="http://schemas.openxmlformats.org/officeDocument/2006/relationships/notesSlide" Target="/ppt/notesSlides/notesSlide5.xml" Id="Rad986415de8f47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29bb9768d48d1" /><Relationship Type="http://schemas.openxmlformats.org/officeDocument/2006/relationships/image" Target="/ppt/media/image7.png" Id="R55025b232fdd49e3" /><Relationship Type="http://schemas.openxmlformats.org/officeDocument/2006/relationships/notesSlide" Target="/ppt/notesSlides/notesSlide6.xml" Id="Rff5fd39a616c46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c5d96c28f481c" /><Relationship Type="http://schemas.openxmlformats.org/officeDocument/2006/relationships/image" Target="/ppt/media/image8.png" Id="R7c7bcd418feb4fd8" /><Relationship Type="http://schemas.openxmlformats.org/officeDocument/2006/relationships/notesSlide" Target="/ppt/notesSlides/notesSlide7.xml" Id="R679ca0efa8af49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bca9017aa4e94" /><Relationship Type="http://schemas.openxmlformats.org/officeDocument/2006/relationships/image" Target="/ppt/media/image9.png" Id="R718af649234b43e2" /><Relationship Type="http://schemas.openxmlformats.org/officeDocument/2006/relationships/notesSlide" Target="/ppt/notesSlides/notesSlide8.xml" Id="R5b2eb8baac8342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45726bb5049ea" /><Relationship Type="http://schemas.openxmlformats.org/officeDocument/2006/relationships/image" Target="/ppt/media/image10.png" Id="R7268c721fb934f77" /><Relationship Type="http://schemas.openxmlformats.org/officeDocument/2006/relationships/notesSlide" Target="/ppt/notesSlides/notesSlide9.xml" Id="Ra7eb7c25ccf649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de25696f04805" /><Relationship Type="http://schemas.openxmlformats.org/officeDocument/2006/relationships/image" Target="/ppt/media/image11.png" Id="Re946b7b12f594568" /><Relationship Type="http://schemas.openxmlformats.org/officeDocument/2006/relationships/notesSlide" Target="/ppt/notesSlides/notesSlide10.xml" Id="R3988b5a4939443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31c50771f4a0d" /><Relationship Type="http://schemas.openxmlformats.org/officeDocument/2006/relationships/image" Target="/ppt/media/image12.png" Id="Rd5cffa0570b64878" /><Relationship Type="http://schemas.openxmlformats.org/officeDocument/2006/relationships/notesSlide" Target="/ppt/notesSlides/notesSlide11.xml" Id="Rc39f870e60e44d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0efaea9654557" /><Relationship Type="http://schemas.openxmlformats.org/officeDocument/2006/relationships/image" Target="/ppt/media/image13.png" Id="Rf0bf9546beb2409a" /><Relationship Type="http://schemas.openxmlformats.org/officeDocument/2006/relationships/notesSlide" Target="/ppt/notesSlides/notesSlide12.xml" Id="R1914ff84e47540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21fcd338c4fa9" /><Relationship Type="http://schemas.openxmlformats.org/officeDocument/2006/relationships/image" Target="/ppt/media/image14.png" Id="Rc9748ef4dd96443a" /><Relationship Type="http://schemas.openxmlformats.org/officeDocument/2006/relationships/notesSlide" Target="/ppt/notesSlides/notesSlide13.xml" Id="R584b92e1a5fd4b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cc0042ef244b5" /><Relationship Type="http://schemas.openxmlformats.org/officeDocument/2006/relationships/image" Target="/ppt/media/image15.png" Id="Rb9e6166e65bb4ccd" /><Relationship Type="http://schemas.openxmlformats.org/officeDocument/2006/relationships/notesSlide" Target="/ppt/notesSlides/notesSlide14.xml" Id="R29ff197e926d41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eac804ceb41c3" /><Relationship Type="http://schemas.openxmlformats.org/officeDocument/2006/relationships/image" Target="/ppt/media/image16.png" Id="Rd19fc323324847d2" /><Relationship Type="http://schemas.openxmlformats.org/officeDocument/2006/relationships/notesSlide" Target="/ppt/notesSlides/notesSlide15.xml" Id="Rd67c3a36f50141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645b0f23d4771" /><Relationship Type="http://schemas.openxmlformats.org/officeDocument/2006/relationships/image" Target="/ppt/media/image17.png" Id="R287806713d4747e2" /><Relationship Type="http://schemas.openxmlformats.org/officeDocument/2006/relationships/notesSlide" Target="/ppt/notesSlides/notesSlide16.xml" Id="Rb51c844aabf24a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8c7c9d9884592" /><Relationship Type="http://schemas.openxmlformats.org/officeDocument/2006/relationships/image" Target="/ppt/media/image18.png" Id="R76e8f1aee0094065" /><Relationship Type="http://schemas.openxmlformats.org/officeDocument/2006/relationships/notesSlide" Target="/ppt/notesSlides/notesSlide17.xml" Id="R0c3b00dd44fb49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3994635094d6c" /><Relationship Type="http://schemas.openxmlformats.org/officeDocument/2006/relationships/image" Target="/ppt/media/image19.png" Id="Rca328b2827fe4de3" /><Relationship Type="http://schemas.openxmlformats.org/officeDocument/2006/relationships/notesSlide" Target="/ppt/notesSlides/notesSlide18.xml" Id="Rbff106b705e24a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858bac464cd8" /><Relationship Type="http://schemas.openxmlformats.org/officeDocument/2006/relationships/image" Target="/ppt/media/image20.png" Id="R236d8d40d337446c" /><Relationship Type="http://schemas.openxmlformats.org/officeDocument/2006/relationships/notesSlide" Target="/ppt/notesSlides/notesSlide19.xml" Id="Rda788202ef6242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b2642dc48446a" /><Relationship Type="http://schemas.openxmlformats.org/officeDocument/2006/relationships/image" Target="/ppt/media/image21.png" Id="Rbb65e069d1b440ae" /><Relationship Type="http://schemas.openxmlformats.org/officeDocument/2006/relationships/notesSlide" Target="/ppt/notesSlides/notesSlide20.xml" Id="Rdb9d1c638f3d4e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29dbfec114023" /><Relationship Type="http://schemas.openxmlformats.org/officeDocument/2006/relationships/image" Target="/ppt/media/image22.png" Id="R6d55f2f58c554f77" /><Relationship Type="http://schemas.openxmlformats.org/officeDocument/2006/relationships/notesSlide" Target="/ppt/notesSlides/notesSlide21.xml" Id="R078f78dd58d84d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79f1b581049eb" /><Relationship Type="http://schemas.openxmlformats.org/officeDocument/2006/relationships/image" Target="/ppt/media/image23.png" Id="Rf26ee8e5cab34433" /><Relationship Type="http://schemas.openxmlformats.org/officeDocument/2006/relationships/notesSlide" Target="/ppt/notesSlides/notesSlide22.xml" Id="R6098dc14156c42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878149e8e498f" /><Relationship Type="http://schemas.openxmlformats.org/officeDocument/2006/relationships/image" Target="/ppt/media/image24.png" Id="R32a44fce42b94723" /><Relationship Type="http://schemas.openxmlformats.org/officeDocument/2006/relationships/notesSlide" Target="/ppt/notesSlides/notesSlide23.xml" Id="R67ccf83569fb4d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ef1175f8c476e" /><Relationship Type="http://schemas.openxmlformats.org/officeDocument/2006/relationships/image" Target="/ppt/media/image25.png" Id="R3f13b484b15c4ba5" /><Relationship Type="http://schemas.openxmlformats.org/officeDocument/2006/relationships/notesSlide" Target="/ppt/notesSlides/notesSlide24.xml" Id="R785dc79f40a940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ac888c27347d7" /><Relationship Type="http://schemas.openxmlformats.org/officeDocument/2006/relationships/image" Target="/ppt/media/image26.png" Id="R90775064d7614786" /><Relationship Type="http://schemas.openxmlformats.org/officeDocument/2006/relationships/notesSlide" Target="/ppt/notesSlides/notesSlide25.xml" Id="R9f64c5da4dd34e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aafd17c9e4905" /><Relationship Type="http://schemas.openxmlformats.org/officeDocument/2006/relationships/image" Target="/ppt/media/image27.png" Id="R29a73c07745a4fe6" /><Relationship Type="http://schemas.openxmlformats.org/officeDocument/2006/relationships/notesSlide" Target="/ppt/notesSlides/notesSlide26.xml" Id="R1e72df3a803444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4cdd0dbbb4692" /><Relationship Type="http://schemas.openxmlformats.org/officeDocument/2006/relationships/image" Target="/ppt/media/image28.png" Id="R981c9e3160354426" /><Relationship Type="http://schemas.openxmlformats.org/officeDocument/2006/relationships/notesSlide" Target="/ppt/notesSlides/notesSlide27.xml" Id="R00f2b066ef0c479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c048e536e4fe9" /><Relationship Type="http://schemas.openxmlformats.org/officeDocument/2006/relationships/image" Target="/ppt/media/image29.png" Id="R224ab421df0c4ca5" /><Relationship Type="http://schemas.openxmlformats.org/officeDocument/2006/relationships/notesSlide" Target="/ppt/notesSlides/notesSlide28.xml" Id="Rf1c41cbdb57249e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bba8ba0864e22" /><Relationship Type="http://schemas.openxmlformats.org/officeDocument/2006/relationships/image" Target="/ppt/media/image30.png" Id="Ra14e24a52c32442f" /><Relationship Type="http://schemas.openxmlformats.org/officeDocument/2006/relationships/notesSlide" Target="/ppt/notesSlides/notesSlide29.xml" Id="R8c1a37c3cd8f49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ce3a79a0448b2" /><Relationship Type="http://schemas.openxmlformats.org/officeDocument/2006/relationships/image" Target="/ppt/media/image31.png" Id="R847ad347430e4a3d" /><Relationship Type="http://schemas.openxmlformats.org/officeDocument/2006/relationships/notesSlide" Target="/ppt/notesSlides/notesSlide30.xml" Id="R3367ee1d03c0488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e4499e734425c" /><Relationship Type="http://schemas.openxmlformats.org/officeDocument/2006/relationships/image" Target="/ppt/media/image32.png" Id="R4cd23291908e494d" /><Relationship Type="http://schemas.openxmlformats.org/officeDocument/2006/relationships/notesSlide" Target="/ppt/notesSlides/notesSlide31.xml" Id="R0c06a034a57a42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3385791944797" /><Relationship Type="http://schemas.openxmlformats.org/officeDocument/2006/relationships/image" Target="/ppt/media/image33.png" Id="R4674ac66012d4298" /><Relationship Type="http://schemas.openxmlformats.org/officeDocument/2006/relationships/notesSlide" Target="/ppt/notesSlides/notesSlide32.xml" Id="Rc811e5050cb2495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5448358a54311" /><Relationship Type="http://schemas.openxmlformats.org/officeDocument/2006/relationships/image" Target="/ppt/media/image34.png" Id="Ra1c5b6df9e384fd1" /><Relationship Type="http://schemas.openxmlformats.org/officeDocument/2006/relationships/notesSlide" Target="/ppt/notesSlides/notesSlide33.xml" Id="R63474f506f3c42c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1f98f32d34d9a" /><Relationship Type="http://schemas.openxmlformats.org/officeDocument/2006/relationships/image" Target="/ppt/media/image35.png" Id="R96a1413356c341c1" /><Relationship Type="http://schemas.openxmlformats.org/officeDocument/2006/relationships/notesSlide" Target="/ppt/notesSlides/notesSlide34.xml" Id="Rdd94df8b296c425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38cdb378a46ed" /><Relationship Type="http://schemas.openxmlformats.org/officeDocument/2006/relationships/image" Target="/ppt/media/image36.png" Id="R9162e97daf0d48b2" /><Relationship Type="http://schemas.openxmlformats.org/officeDocument/2006/relationships/notesSlide" Target="/ppt/notesSlides/notesSlide35.xml" Id="R33131c1720e34e2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0f08b12404755" /><Relationship Type="http://schemas.openxmlformats.org/officeDocument/2006/relationships/image" Target="/ppt/media/image37.png" Id="Rcc1d834c9b994da9" /><Relationship Type="http://schemas.openxmlformats.org/officeDocument/2006/relationships/notesSlide" Target="/ppt/notesSlides/notesSlide36.xml" Id="Rd8c2d08a5e4f409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0db119c9465e" /><Relationship Type="http://schemas.openxmlformats.org/officeDocument/2006/relationships/image" Target="/ppt/media/image38.png" Id="R3af32643fafc46c1" /><Relationship Type="http://schemas.openxmlformats.org/officeDocument/2006/relationships/notesSlide" Target="/ppt/notesSlides/notesSlide37.xml" Id="R3ac896f7e236420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3470076c54c68" /><Relationship Type="http://schemas.openxmlformats.org/officeDocument/2006/relationships/image" Target="/ppt/media/image39.png" Id="R53b89cb261a84c45" /><Relationship Type="http://schemas.openxmlformats.org/officeDocument/2006/relationships/notesSlide" Target="/ppt/notesSlides/notesSlide38.xml" Id="R2f1d694487bc482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ae2f5690343be" /><Relationship Type="http://schemas.openxmlformats.org/officeDocument/2006/relationships/image" Target="/ppt/media/image40.png" Id="R7025fc7c3af14699" /><Relationship Type="http://schemas.openxmlformats.org/officeDocument/2006/relationships/notesSlide" Target="/ppt/notesSlides/notesSlide39.xml" Id="Rc84de583006246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77b6c898b4938" /><Relationship Type="http://schemas.openxmlformats.org/officeDocument/2006/relationships/image" Target="/ppt/media/image41.png" Id="R1525d282cd9e4bc8" /><Relationship Type="http://schemas.openxmlformats.org/officeDocument/2006/relationships/notesSlide" Target="/ppt/notesSlides/notesSlide40.xml" Id="R028b8331c015445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989cdfa6d4b1b" /><Relationship Type="http://schemas.openxmlformats.org/officeDocument/2006/relationships/image" Target="/ppt/media/image42.png" Id="Rabdf47a2120f4842" /><Relationship Type="http://schemas.openxmlformats.org/officeDocument/2006/relationships/notesSlide" Target="/ppt/notesSlides/notesSlide41.xml" Id="Rffe9d822022d4b9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169e7a16f4a54" /><Relationship Type="http://schemas.openxmlformats.org/officeDocument/2006/relationships/image" Target="/ppt/media/image43.png" Id="R33ec1e68e0914968" /><Relationship Type="http://schemas.openxmlformats.org/officeDocument/2006/relationships/notesSlide" Target="/ppt/notesSlides/notesSlide42.xml" Id="R9716f87860da412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8e6f68a3b4715" /><Relationship Type="http://schemas.openxmlformats.org/officeDocument/2006/relationships/image" Target="/ppt/media/image44.png" Id="R62a60a3938d54b0e" /><Relationship Type="http://schemas.openxmlformats.org/officeDocument/2006/relationships/notesSlide" Target="/ppt/notesSlides/notesSlide43.xml" Id="Rf701116f6398483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027a368c4f25" /><Relationship Type="http://schemas.openxmlformats.org/officeDocument/2006/relationships/image" Target="/ppt/media/image45.png" Id="R808f65989a094b2f" /><Relationship Type="http://schemas.openxmlformats.org/officeDocument/2006/relationships/notesSlide" Target="/ppt/notesSlides/notesSlide44.xml" Id="R481e12e3baaf4c3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67a402089463e" /><Relationship Type="http://schemas.openxmlformats.org/officeDocument/2006/relationships/image" Target="/ppt/media/image46.png" Id="R1f74a27d49f74b0b" /><Relationship Type="http://schemas.openxmlformats.org/officeDocument/2006/relationships/notesSlide" Target="/ppt/notesSlides/notesSlide45.xml" Id="Rff3fcbaea6d4499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ca658ba284df8" /><Relationship Type="http://schemas.openxmlformats.org/officeDocument/2006/relationships/image" Target="/ppt/media/image47.png" Id="Rb7941df10e8f4599" /><Relationship Type="http://schemas.openxmlformats.org/officeDocument/2006/relationships/notesSlide" Target="/ppt/notesSlides/notesSlide46.xml" Id="R625164c258c740e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30ffe0d30464b" /><Relationship Type="http://schemas.openxmlformats.org/officeDocument/2006/relationships/image" Target="/ppt/media/image48.png" Id="Rd08596231dbb4690" /><Relationship Type="http://schemas.openxmlformats.org/officeDocument/2006/relationships/notesSlide" Target="/ppt/notesSlides/notesSlide47.xml" Id="Rcd11b0990a6b4b4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e2baed9074f0c" /><Relationship Type="http://schemas.openxmlformats.org/officeDocument/2006/relationships/image" Target="/ppt/media/image49.png" Id="R0216b9ca3f724158" /><Relationship Type="http://schemas.openxmlformats.org/officeDocument/2006/relationships/notesSlide" Target="/ppt/notesSlides/notesSlide48.xml" Id="Rfc3c2b83a5ca444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1dd8d558145d8" /><Relationship Type="http://schemas.openxmlformats.org/officeDocument/2006/relationships/image" Target="/ppt/media/image50.png" Id="R0d73dcc46b664076" /><Relationship Type="http://schemas.openxmlformats.org/officeDocument/2006/relationships/notesSlide" Target="/ppt/notesSlides/notesSlide49.xml" Id="Rbaf44ef48542476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27f4e48db47ee" /><Relationship Type="http://schemas.openxmlformats.org/officeDocument/2006/relationships/image" Target="/ppt/media/image51.png" Id="R9299988500544404" /><Relationship Type="http://schemas.openxmlformats.org/officeDocument/2006/relationships/notesSlide" Target="/ppt/notesSlides/notesSlide50.xml" Id="R164ee1b0adc24be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9e64cf2b54b58" /><Relationship Type="http://schemas.openxmlformats.org/officeDocument/2006/relationships/image" Target="/ppt/media/image52.png" Id="R8649fdd433af4827" /><Relationship Type="http://schemas.openxmlformats.org/officeDocument/2006/relationships/notesSlide" Target="/ppt/notesSlides/notesSlide51.xml" Id="R5a73b686b826401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e35d0af074b44" /><Relationship Type="http://schemas.openxmlformats.org/officeDocument/2006/relationships/image" Target="/ppt/media/image53.png" Id="R936956c8767845d6" /><Relationship Type="http://schemas.openxmlformats.org/officeDocument/2006/relationships/notesSlide" Target="/ppt/notesSlides/notesSlide52.xml" Id="R12f7e3c6c301414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66596c1634f41" /><Relationship Type="http://schemas.openxmlformats.org/officeDocument/2006/relationships/image" Target="/ppt/media/image54.png" Id="Ra7fee739fec54931" /><Relationship Type="http://schemas.openxmlformats.org/officeDocument/2006/relationships/notesSlide" Target="/ppt/notesSlides/notesSlide53.xml" Id="R48d10fc7d38c41c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e8c68331c4c49" /><Relationship Type="http://schemas.openxmlformats.org/officeDocument/2006/relationships/image" Target="/ppt/media/image55.png" Id="Rcaf19c50cd4b428b" /><Relationship Type="http://schemas.openxmlformats.org/officeDocument/2006/relationships/notesSlide" Target="/ppt/notesSlides/notesSlide54.xml" Id="Rae9c80fd04c9481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6efc2fa8044a8" /><Relationship Type="http://schemas.openxmlformats.org/officeDocument/2006/relationships/image" Target="/ppt/media/image56.png" Id="R1bfc5aeba37049da" /><Relationship Type="http://schemas.openxmlformats.org/officeDocument/2006/relationships/notesSlide" Target="/ppt/notesSlides/notesSlide55.xml" Id="R7a5dc45568294302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e45d30d1b4c75" /><Relationship Type="http://schemas.openxmlformats.org/officeDocument/2006/relationships/image" Target="/ppt/media/image57.png" Id="Reedac17c36904ab6" /><Relationship Type="http://schemas.openxmlformats.org/officeDocument/2006/relationships/notesSlide" Target="/ppt/notesSlides/notesSlide56.xml" Id="Rd9a980f91dd64f5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d17c02fd940e0" /><Relationship Type="http://schemas.openxmlformats.org/officeDocument/2006/relationships/image" Target="/ppt/media/image58.png" Id="Rd19132e678d24567" /><Relationship Type="http://schemas.openxmlformats.org/officeDocument/2006/relationships/notesSlide" Target="/ppt/notesSlides/notesSlide57.xml" Id="Rf67db9372268419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1783f8ab744ef" /><Relationship Type="http://schemas.openxmlformats.org/officeDocument/2006/relationships/image" Target="/ppt/media/image59.png" Id="Rcc48112a7eee49ee" /><Relationship Type="http://schemas.openxmlformats.org/officeDocument/2006/relationships/notesSlide" Target="/ppt/notesSlides/notesSlide58.xml" Id="R5914a26d8a784a7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b5ec4e4564a46" /><Relationship Type="http://schemas.openxmlformats.org/officeDocument/2006/relationships/image" Target="/ppt/media/image60.png" Id="R678787342acd4d11" /><Relationship Type="http://schemas.openxmlformats.org/officeDocument/2006/relationships/notesSlide" Target="/ppt/notesSlides/notesSlide59.xml" Id="Rde004f45b75042d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07492222a453b" /><Relationship Type="http://schemas.openxmlformats.org/officeDocument/2006/relationships/image" Target="/ppt/media/image61.png" Id="R5ff1b8b424b3473d" /><Relationship Type="http://schemas.openxmlformats.org/officeDocument/2006/relationships/notesSlide" Target="/ppt/notesSlides/notesSlide60.xml" Id="R65d422e657f745a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1e455ea984402" /><Relationship Type="http://schemas.openxmlformats.org/officeDocument/2006/relationships/image" Target="/ppt/media/image62.png" Id="Rd162bc72a1aa4b41" /><Relationship Type="http://schemas.openxmlformats.org/officeDocument/2006/relationships/notesSlide" Target="/ppt/notesSlides/notesSlide61.xml" Id="R2eb5399205e1413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217ae29cd4fb1" /><Relationship Type="http://schemas.openxmlformats.org/officeDocument/2006/relationships/image" Target="/ppt/media/image63.png" Id="Raab2aeef9a5f4870" /><Relationship Type="http://schemas.openxmlformats.org/officeDocument/2006/relationships/notesSlide" Target="/ppt/notesSlides/notesSlide62.xml" Id="Re66fdc5faf8443f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d201ef7cd4d65" /><Relationship Type="http://schemas.openxmlformats.org/officeDocument/2006/relationships/image" Target="/ppt/media/image64.png" Id="R8ef6bb65fbd747b3" /><Relationship Type="http://schemas.openxmlformats.org/officeDocument/2006/relationships/notesSlide" Target="/ppt/notesSlides/notesSlide63.xml" Id="Rfdd25f4f8ddf42f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b791308af4278" /><Relationship Type="http://schemas.openxmlformats.org/officeDocument/2006/relationships/image" Target="/ppt/media/image65.png" Id="R2cd0a75722fb4aaf" /><Relationship Type="http://schemas.openxmlformats.org/officeDocument/2006/relationships/notesSlide" Target="/ppt/notesSlides/notesSlide64.xml" Id="Rddc321685bfe4ceb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cc51988b04907" /><Relationship Type="http://schemas.openxmlformats.org/officeDocument/2006/relationships/image" Target="/ppt/media/image66.png" Id="R5521e233f5764abe" /><Relationship Type="http://schemas.openxmlformats.org/officeDocument/2006/relationships/notesSlide" Target="/ppt/notesSlides/notesSlide65.xml" Id="Rf877b828364e429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28c49bb324311" /><Relationship Type="http://schemas.openxmlformats.org/officeDocument/2006/relationships/image" Target="/ppt/media/image67.png" Id="Rd253b145e30a449a" /><Relationship Type="http://schemas.openxmlformats.org/officeDocument/2006/relationships/notesSlide" Target="/ppt/notesSlides/notesSlide66.xml" Id="R8341ee6a9159489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fc79403e74556" /><Relationship Type="http://schemas.openxmlformats.org/officeDocument/2006/relationships/image" Target="/ppt/media/image68.png" Id="R0f8cfc4ec05143f1" /><Relationship Type="http://schemas.openxmlformats.org/officeDocument/2006/relationships/notesSlide" Target="/ppt/notesSlides/notesSlide67.xml" Id="R4be31c9c8e0a441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48287f13e40e0" /><Relationship Type="http://schemas.openxmlformats.org/officeDocument/2006/relationships/image" Target="/ppt/media/image69.png" Id="Rfcfdd4e08ea64f98" /><Relationship Type="http://schemas.openxmlformats.org/officeDocument/2006/relationships/notesSlide" Target="/ppt/notesSlides/notesSlide68.xml" Id="Rd8f11ea47b034ef6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8b693c9e14ed1" /><Relationship Type="http://schemas.openxmlformats.org/officeDocument/2006/relationships/image" Target="/ppt/media/image70.png" Id="Re6f6173719e64730" /><Relationship Type="http://schemas.openxmlformats.org/officeDocument/2006/relationships/notesSlide" Target="/ppt/notesSlides/notesSlide69.xml" Id="Ra075a3f3063842c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d8cd8782d406d" /><Relationship Type="http://schemas.openxmlformats.org/officeDocument/2006/relationships/image" Target="/ppt/media/image71.png" Id="R74558a591c5a4389" /><Relationship Type="http://schemas.openxmlformats.org/officeDocument/2006/relationships/notesSlide" Target="/ppt/notesSlides/notesSlide70.xml" Id="R737e61cfcde94a0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ec3222dde4a23" /><Relationship Type="http://schemas.openxmlformats.org/officeDocument/2006/relationships/image" Target="/ppt/media/image72.png" Id="Rff0779b6acf44710" /><Relationship Type="http://schemas.openxmlformats.org/officeDocument/2006/relationships/notesSlide" Target="/ppt/notesSlides/notesSlide71.xml" Id="Rd7fc4b81fb804bd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9343c06924c3f" /><Relationship Type="http://schemas.openxmlformats.org/officeDocument/2006/relationships/image" Target="/ppt/media/image73.png" Id="Rebf5679e28ee469b" /><Relationship Type="http://schemas.openxmlformats.org/officeDocument/2006/relationships/notesSlide" Target="/ppt/notesSlides/notesSlide72.xml" Id="R6e2749a03f2d47f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e21fdf5c4488f" /><Relationship Type="http://schemas.openxmlformats.org/officeDocument/2006/relationships/image" Target="/ppt/media/image74.png" Id="Rd6c19d02ffc44e6f" /><Relationship Type="http://schemas.openxmlformats.org/officeDocument/2006/relationships/notesSlide" Target="/ppt/notesSlides/notesSlide73.xml" Id="R2cbc0db08453499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b6e775c6f4bbe" /><Relationship Type="http://schemas.openxmlformats.org/officeDocument/2006/relationships/image" Target="/ppt/media/image75.png" Id="R32764e4a05f24e2d" /><Relationship Type="http://schemas.openxmlformats.org/officeDocument/2006/relationships/notesSlide" Target="/ppt/notesSlides/notesSlide74.xml" Id="Rcaeedf167192401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a635214c34452" /><Relationship Type="http://schemas.openxmlformats.org/officeDocument/2006/relationships/image" Target="/ppt/media/image76.png" Id="Rde9118cb5efe43e7" /><Relationship Type="http://schemas.openxmlformats.org/officeDocument/2006/relationships/notesSlide" Target="/ppt/notesSlides/notesSlide75.xml" Id="R0161af24d0bb408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d75e3afa74a5e" /><Relationship Type="http://schemas.openxmlformats.org/officeDocument/2006/relationships/image" Target="/ppt/media/image77.png" Id="R8b722b395b884569" /><Relationship Type="http://schemas.openxmlformats.org/officeDocument/2006/relationships/notesSlide" Target="/ppt/notesSlides/notesSlide76.xml" Id="Rdf51927c715947c2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87badfb4f4d1d" /><Relationship Type="http://schemas.openxmlformats.org/officeDocument/2006/relationships/image" Target="/ppt/media/image78.png" Id="R397b4058d1e04c39" /><Relationship Type="http://schemas.openxmlformats.org/officeDocument/2006/relationships/notesSlide" Target="/ppt/notesSlides/notesSlide77.xml" Id="R92663ba7b6de4ef5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926774cfb4958" /><Relationship Type="http://schemas.openxmlformats.org/officeDocument/2006/relationships/image" Target="/ppt/media/image79.png" Id="R8628ef248f704891" /><Relationship Type="http://schemas.openxmlformats.org/officeDocument/2006/relationships/notesSlide" Target="/ppt/notesSlides/notesSlide78.xml" Id="R21064ad97885443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8960adefc4b95" /><Relationship Type="http://schemas.openxmlformats.org/officeDocument/2006/relationships/image" Target="/ppt/media/image80.png" Id="R303b87afff084f10" /><Relationship Type="http://schemas.openxmlformats.org/officeDocument/2006/relationships/notesSlide" Target="/ppt/notesSlides/notesSlide79.xml" Id="R384e60c3a99344f7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8fc99e1b84343" /><Relationship Type="http://schemas.openxmlformats.org/officeDocument/2006/relationships/image" Target="/ppt/media/image81.png" Id="Ra5a50ae97ae14ed1" /><Relationship Type="http://schemas.openxmlformats.org/officeDocument/2006/relationships/notesSlide" Target="/ppt/notesSlides/notesSlide80.xml" Id="R85680e3b1912433f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54004a43e4ffa" /><Relationship Type="http://schemas.openxmlformats.org/officeDocument/2006/relationships/image" Target="/ppt/media/image82.png" Id="R38530e8f0c7840a3" /><Relationship Type="http://schemas.openxmlformats.org/officeDocument/2006/relationships/notesSlide" Target="/ppt/notesSlides/notesSlide81.xml" Id="R4d2d1e6de179448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deaf3099249a2" /><Relationship Type="http://schemas.openxmlformats.org/officeDocument/2006/relationships/image" Target="/ppt/media/image83.png" Id="Rc11364a27f544c24" /><Relationship Type="http://schemas.openxmlformats.org/officeDocument/2006/relationships/notesSlide" Target="/ppt/notesSlides/notesSlide82.xml" Id="R0f1259fbac9b41ae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1beb6023a49b2" /><Relationship Type="http://schemas.openxmlformats.org/officeDocument/2006/relationships/image" Target="/ppt/media/image84.png" Id="R7350a04d69f54699" /><Relationship Type="http://schemas.openxmlformats.org/officeDocument/2006/relationships/notesSlide" Target="/ppt/notesSlides/notesSlide83.xml" Id="Re525c1c9eb254065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3459ca5994f7d" /><Relationship Type="http://schemas.openxmlformats.org/officeDocument/2006/relationships/image" Target="/ppt/media/image85.png" Id="R076fc07c58ca4ec5" /><Relationship Type="http://schemas.openxmlformats.org/officeDocument/2006/relationships/notesSlide" Target="/ppt/notesSlides/notesSlide84.xml" Id="R4c97ae791c7f49a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547f01f024e8d" /><Relationship Type="http://schemas.openxmlformats.org/officeDocument/2006/relationships/image" Target="/ppt/media/image86.png" Id="R0e8515505ce04862" /><Relationship Type="http://schemas.openxmlformats.org/officeDocument/2006/relationships/notesSlide" Target="/ppt/notesSlides/notesSlide85.xml" Id="Rfeb4d19a7d3d45c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b40b4ee57424f" /><Relationship Type="http://schemas.openxmlformats.org/officeDocument/2006/relationships/image" Target="/ppt/media/image87.png" Id="R0b47cc0a26d74319" /><Relationship Type="http://schemas.openxmlformats.org/officeDocument/2006/relationships/notesSlide" Target="/ppt/notesSlides/notesSlide86.xml" Id="R076a52d2d9964d11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5305f012a4801" /><Relationship Type="http://schemas.openxmlformats.org/officeDocument/2006/relationships/image" Target="/ppt/media/image88.png" Id="R81231698b6d0482d" /><Relationship Type="http://schemas.openxmlformats.org/officeDocument/2006/relationships/notesSlide" Target="/ppt/notesSlides/notesSlide87.xml" Id="R729577a8891c434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b7defa3eb40b0" /><Relationship Type="http://schemas.openxmlformats.org/officeDocument/2006/relationships/image" Target="/ppt/media/image89.png" Id="R010f78ec8faa4a47" /><Relationship Type="http://schemas.openxmlformats.org/officeDocument/2006/relationships/notesSlide" Target="/ppt/notesSlides/notesSlide88.xml" Id="Rad7dcae776774513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15dd5b299499b" /><Relationship Type="http://schemas.openxmlformats.org/officeDocument/2006/relationships/image" Target="/ppt/media/image90.png" Id="R30f88fcbf5c44aa5" /><Relationship Type="http://schemas.openxmlformats.org/officeDocument/2006/relationships/notesSlide" Target="/ppt/notesSlides/notesSlide89.xml" Id="Re5795456156a40b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7a28c4d3e4301" /><Relationship Type="http://schemas.openxmlformats.org/officeDocument/2006/relationships/image" Target="/ppt/media/image91.png" Id="R85eaef8fe4fb45fa" /><Relationship Type="http://schemas.openxmlformats.org/officeDocument/2006/relationships/notesSlide" Target="/ppt/notesSlides/notesSlide90.xml" Id="R186258180b42424d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f0b71e1dd41ba" /><Relationship Type="http://schemas.openxmlformats.org/officeDocument/2006/relationships/image" Target="/ppt/media/image92.png" Id="R1af44a9e20674c65" /><Relationship Type="http://schemas.openxmlformats.org/officeDocument/2006/relationships/notesSlide" Target="/ppt/notesSlides/notesSlide91.xml" Id="Re9976ea30c4f4fab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792b7ff1842fe" /><Relationship Type="http://schemas.openxmlformats.org/officeDocument/2006/relationships/image" Target="/ppt/media/image93.png" Id="Rb7caa05658244cf0" /><Relationship Type="http://schemas.openxmlformats.org/officeDocument/2006/relationships/notesSlide" Target="/ppt/notesSlides/notesSlide92.xml" Id="R363c7050539c4bc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17954673d4bb6" /><Relationship Type="http://schemas.openxmlformats.org/officeDocument/2006/relationships/image" Target="/ppt/media/image94.png" Id="R4ed65c7ece914d3f" /><Relationship Type="http://schemas.openxmlformats.org/officeDocument/2006/relationships/notesSlide" Target="/ppt/notesSlides/notesSlide93.xml" Id="Rdbda34199d86449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29e0dc46a4b3f" /><Relationship Type="http://schemas.openxmlformats.org/officeDocument/2006/relationships/image" Target="/ppt/media/image95.png" Id="Rc76ffef3663a4d42" /><Relationship Type="http://schemas.openxmlformats.org/officeDocument/2006/relationships/notesSlide" Target="/ppt/notesSlides/notesSlide94.xml" Id="Rea763b6f9a1a4a0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10a96d98c4e35" /><Relationship Type="http://schemas.openxmlformats.org/officeDocument/2006/relationships/image" Target="/ppt/media/image96.png" Id="R2c7da5036e054dd7" /><Relationship Type="http://schemas.openxmlformats.org/officeDocument/2006/relationships/notesSlide" Target="/ppt/notesSlides/notesSlide95.xml" Id="R0c5e9ae85eca4eb3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a5956e6874bfd" /><Relationship Type="http://schemas.openxmlformats.org/officeDocument/2006/relationships/image" Target="/ppt/media/image97.png" Id="Rbed56389414447f0" /><Relationship Type="http://schemas.openxmlformats.org/officeDocument/2006/relationships/notesSlide" Target="/ppt/notesSlides/notesSlide96.xml" Id="R162a2502da4d40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CEC68-E736-4158-97F8-6CF58DCE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-2238375"/>
            <a:ext cx="7239000" cy="723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65b1a12f54be4"/>
          <a:stretch xmlns:a="http://schemas.openxmlformats.org/drawingml/2006/main"/>
        </p:blipFill>
        <p:spPr>
          <a:xfrm xmlns:a="http://schemas.openxmlformats.org/drawingml/2006/main">
            <a:off x="609600" y="713154"/>
            <a:ext cx="2190750" cy="95494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ACEED-F254-4746-B948-4B126D83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51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D75F0-D5C7-4324-A498-9B18A431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685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BENUTZERHANDBUCH</a:t>
            </a:r>
          </a:p>
          <a:p xmlns:a="http://schemas.openxmlformats.org/drawingml/2006/main">
            <a:pPr>
              <a:lnSpc>
                <a:spcPct val="8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FÜR ANLEITER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ADCD2-DB3B-4ACE-9313-7FC6154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Praxisorientierte Schritt-für-Schritt-Anleitung · Projekt BvB Reha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058f670d241c1"/>
          <a:stretch xmlns:a="http://schemas.openxmlformats.org/drawingml/2006/main"/>
        </p:blipFill>
        <p:spPr>
          <a:xfrm xmlns:a="http://schemas.openxmlformats.org/drawingml/2006/main">
            <a:off x="7543800" y="1071205"/>
            <a:ext cx="3714750" cy="294393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C506E-DAA5-4F37-96D3-EBC9099D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9F3B2-50BB-4D29-ADA9-7C42F874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6DAF4-89F6-4944-B0E3-06043A0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57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Vollständig bearbeitbare PowerPoint · Stand August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4E55E-4309-4389-BB9C-127E2DC3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84403-4E77-42C3-945C-65C21E49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A5D2D-EF4E-4D3F-88C7-46367924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7911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13b35f881446f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1B4A3-96A8-41C2-867E-74698B7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00 · HINWEISE ZUR SCHULUNGSVERSION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6AAA39-FE11-48B6-85EB-D07AA599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86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Vor dem Einsatz echte Screenshots ergänzen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AF7CE-BA88-44F3-A3D2-23CD60F2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C789B-67C3-48C2-8A88-821187D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1B3C8-BE7A-430A-8F4E-2999DDC0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A0F4-0B72-4AA8-BFB6-BC556E28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71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Nur Testdaten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A1188-87D4-414A-87E0-67C758B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526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65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Screenshots ausschließlich mit anonymisierten Testkonten und fiktiven Namen aufnehmen.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48F6A-FE5B-41BF-AFF4-1C138782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1FACF-4D21-4011-ABAA-55B97C35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77A70-C544-4AAB-B99B-B5703319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Platzhalter ersetzen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E886-FF9B-48A7-B18B-1B85AAD4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909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65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Jede graue Fläche nennt die aufzunehmende Matrix-Seite und das zu markierende Element.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9D6DC-0FD4-41EC-9575-5823EB9F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933A4-24DC-43C7-9ACD-4DA1616C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43F7A-3707-444A-A8A2-DAB17D2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48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8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Markierungen behalten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1329E-A147-4701-9819-4EC64016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65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Orange Nummern, pinke Pfeile und Kreise nach dem Einsetzen auf die echte Schaltfläche ausrichten.</a:t>
            </a:r>
          </a:p>
        </p:txBody>
      </p:sp>
      <p:sp>
        <p:nvSpPr>
          <p:cNvPr id="17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47D7E86E-6C97-4043-86A8-D1E1172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287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DEE80-01D9-4233-AFD7-09F9594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7FFD5-DC40-4AD1-A627-F6B7A84A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8C1DF-78B5-4E16-B05D-326F91FB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667375"/>
            <a:ext cx="871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Präsentation erfindet keine Bildschirmansichten. Nicht verifizierte Screenshots bleiben bewusst als Platzhalter sichtbar.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D74C0-A513-4E80-97A4-2487A77A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E8910-6260-4EB7-9ED7-7FF89F05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A7FD2-345B-4879-AA90-7697D141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7079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8318b95c1493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1495F-BD6E-4FBF-8D8F-7FEA4450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00 · SO NUTZEN SIE DIESES HANDBUCH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B7B6E0-5F0B-44A6-9A0E-1C325703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03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Jede Anleitung folgt demselben Rhythmus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691CE-A154-4D2E-A394-8FC8F65D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B14C9-C4DA-4CF1-988B-B16CCFB4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4AEEF-E65A-4EB5-BD53-33924205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A2468-162A-47B5-B729-3A73323A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FINDEN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98343-5115-49D0-85A7-ED73CF88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Wofür? und Voraussetzung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24DF5-E779-416F-84F1-FD12151F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050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6B3C7-75BB-4629-8435-B3FD1C9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90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53069-DF80-4070-866B-80146D25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HANDELN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88FBD-AB18-495C-942A-F9E4ECBF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Nummerierte Schritte und Screenshot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5FB7B-062B-4520-AA24-88F1AE20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D5C1"/>
          </a:solidFill>
          <a:ln xmlns:a="http://schemas.openxmlformats.org/drawingml/2006/main" w="0">
            <a:solidFill>
              <a:srgbClr val="66D5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B43EF-5844-4B3D-8E8F-AE20078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45BE9-0336-4B0A-BE72-E678B5AB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PRÜFEN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6B787-9C36-478D-B66F-5B65F19D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48100"/>
            <a:ext cx="2800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Erfolg erkennen und Fehler lösen</a:t>
            </a:r>
          </a:p>
        </p:txBody>
      </p:sp>
      <p:sp>
        <p:nvSpPr>
          <p:cNvPr id="17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8C65B365-DEEF-41D9-91AA-4C3EAF4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41282-6A46-4222-8824-AC688E16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76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C57A2-9E4F-4390-9B85-BA2358F3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ABF1F-8EAE-42E0-AE41-4836B78F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343525"/>
            <a:ext cx="871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Arbeiten Sie Folie für Folie. Prüfen Sie nach jeder Speicherung die sichtbare Rückmeldung.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478DA-8C35-4819-B6FA-09C23F1E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E855E-48E1-4B8C-8E47-5D6A598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3E0B9-C255-459E-9912-FBCD3DD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4853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7cad488dc471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65AE5-DC02-4733-B7C4-9D481FF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00 · LEGENDE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C167FA-DD5D-4C2E-B1B4-FE77A542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8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Hinweise und Markierungen sofort verstehen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35CE9-9DF5-41E4-B1EE-F0CB495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CB37597A-B127-41DA-980A-DB97A5E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85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EAE09-25C7-4E78-AA1B-C51D679B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48B35-5D6E-4989-8EE8-846A11E5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D4D62-FBDE-451D-87F2-4669387F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95475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Zusatzwissen, das die Arbeit erleichtert.</a:t>
            </a:r>
          </a:p>
        </p:txBody>
      </p:sp>
      <p:sp>
        <p:nvSpPr>
          <p:cNvPr id="9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9D844279-35A4-4DB6-B7E8-24A21FE7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85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A7E5D-419A-4C47-9B36-72D8ECB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73889-1ECF-45B3-9A14-1453783D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DA0A7-3BB4-47FC-A0BF-CE3E2CB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86075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Prüfschritt, der vor dem Fortfahren erfüllt sein muss.</a:t>
            </a:r>
          </a:p>
        </p:txBody>
      </p:sp>
      <p:sp>
        <p:nvSpPr>
          <p:cNvPr id="13" name="callout-Achtung">
            <a:extLst xmlns:a="http://schemas.openxmlformats.org/drawingml/2006/main">
              <a:ext uri="{FF2B5EF4-FFF2-40B4-BE49-F238E27FC236}">
                <a16:creationId xmlns:a16="http://schemas.microsoft.com/office/drawing/2014/main" id="{1CA87F24-0CB4-4CB9-9459-0C4C1028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4857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B12DA-DE7F-4FD9-AFCD-E6C4D3DD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20EA0-5C67-4259-B55C-CE6C70D8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ACHTUNG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C7847-B2FE-4476-9F1F-C2042A67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76675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Risiko für Daten, Zuordnung oder Datenschutz.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0D68D-836E-4B60-B87D-4E3E2FB5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6672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6C085-228D-41D8-BCAD-463BBB55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11906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0B1E0-F3D9-4B75-9456-05CFB2A7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933450" cy="933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7B9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A0C7C-0FF1-47D2-9618-A5F6060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0557D-496E-4555-A51E-D29306C8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FE610-045F-4C22-B073-C5732D61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10125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3234F"/>
                </a:solidFill>
                <a:latin typeface="Circular Std"/>
                <a:ea typeface="Circular Std"/>
                <a:cs typeface="Circular Std"/>
              </a:defRPr>
            </a:pPr>
            <a:r>
              <a:rPr sz="1650">
                <a:solidFill>
                  <a:srgbClr val="33234F"/>
                </a:solidFill>
                <a:latin typeface="Circular Std"/>
                <a:ea typeface="Circular Std"/>
                <a:cs typeface="Circular Std"/>
              </a:rPr>
              <a:t>Pfeil und Kreis zeigen die zu bedienende Schaltfläche. Die Nummer gehört zum Schritt.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C2535-65E1-4768-90A9-376D686D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42172-90F6-4F33-8770-C4EC619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3B5A6-AB4A-4A90-91B7-7906AAC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5322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cdfc5cf0a4ea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F53E8-B127-4FE2-89FA-7012F28F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00 · INHALT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9042C3-AEA6-49B8-AFF7-8F081C6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Kapitel 1 bis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51710-C260-4B9C-AD3D-4601BE50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C84E4-624C-45DC-9F23-44B06F9C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2E447-7443-4A7B-8BAD-9056606D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F8E35-F35E-4790-BA85-F29D3AB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6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Einführung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CCB0D-1389-4C07-8959-D9D23049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049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Sicher orientieren, richtiges Projekt wählen, sauber abmelden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46D78-2A86-45F4-983B-CB71E78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5B81E-4285-44F4-853F-11F4C9C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46567-9563-4EA1-B45B-B95ADA1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Benutzerkonto und Profil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4FB21-C3AD-4F13-B47C-6EE77B35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Persönliche Angaben, Foto, Farbe und Kennwort pflegen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7C223-DFC4-40A7-8D6A-52CC732A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6B561-BBFF-4367-BEF5-38740574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8C4ED-C9A0-4CB9-97D1-320A0B4A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Projekt BvB Reha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41626-FFA2-48AE-84B8-ACF6E555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670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Der Projektwechsler steuert alle folgenden Daten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60169-DAB2-49E4-85B9-06654BB5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B849B-FA4E-471A-B23A-51941BD9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1A294-DFE7-4CD6-90E0-D34A37F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194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Gruppen verwalten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049E1-4701-4907-A7A5-7B2B00A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 anlegen, prüfen, bearbeiten und geschützt löschen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99145-CC68-441A-8F7F-0FF7575D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E31CE-25AD-40C9-AC7B-79AC812A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26C65-56A7-46BF-BBD5-4CA59D58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Teilnehmende verwalten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B1F38-A251-4676-9C2A-8AB42370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290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2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Projektbezogen anlegen, zuordnen und datenschutzgerecht pflegen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4A0EB-F03B-4826-A305-DAE421E8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6C47C-C1E8-49B9-8837-FD98C085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6F6E5-C1B6-4BBA-9D3F-DD3242C5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815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Klassenbuch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1BD29A-78C3-4900-BAAF-55093A01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01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80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Wochenberichte dokumentieren – Anwesenheit getrennt in der Gruppe pflegen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54A89-2B1B-4A84-8179-F57E39F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64E96-4018-49A5-9167-6EE4A22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60D6B9-FA30-4852-8935-94991C82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Bereich Hauswirtschaft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54FC5-A46D-4870-952F-EFC7F3F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91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734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Praxis über Gruppe, Anwesenheit, Klassenbuch und optionale PA dokumentieren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40C12-054A-4918-9BDE-DBB4725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4ECF96-7C79-42C6-A7E5-791E1368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939A59-0B84-4F9E-9EED-2277F911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435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Garten- und Landschaftsbau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07D532-98CC-4E48-8835-2336E30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76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Praxis, Arbeitsverhalten und Sicherheit nachvollziehbar dokumentieren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C27E45-9F07-461D-9CA7-F9A38C8A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B5A35E-2121-49E7-8545-AD46D888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875E0-F5B6-432C-8AE4-6963298B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3920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25b232fdd49e3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ACC39-3C92-4F72-AB43-ABBDF4A4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00 · INHALT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A7895B-EBDF-4F72-B122-4FE875AB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Kapitel 9 bis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69C61-67D5-463B-8B56-FD94E25E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91C89-8342-4AE4-9CA4-529DE594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3DCF3-9690-4295-9821-299DA29F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712CC-56F9-43AB-B0A0-7FBE34F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764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Bereich Logistik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9AD90-849A-414F-86F0-8177F8E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049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72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Arbeitsabläufe, Genauigkeit, Ordnung und Sicherheit dokumentieren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8376A-D211-4BB2-9A43-E51B37F9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D95E1-CF79-49D9-819B-8B9CCCD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9AE60-78E7-4437-940C-F6485E80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57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Potenzialanalyse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B0FD8-C634-4E12-B3BA-FC191262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09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Selbsteinschätzung, Übungen, Kompetenzen und Bericht kontrolliert bearbeiten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6123F-1537-40FA-9EC6-EF203014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95354-4006-47E2-895A-D9F9BC9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FADBD-FA15-4174-AD1E-6B381598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Materialanforderungen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6DDAB-ABCC-4657-9751-EEAB4058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670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487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Bedarf erfassen, Entwurf prüfen, einreichen und Status verfolgen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D3DC2-FF33-41A4-A4BF-BE08F805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4B111-EBB7-4552-8EA9-718CE1FE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9FFC8-1B6F-4A3B-910F-596E4F3B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194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0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Dokumente und Auswertungen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B2191-EB8B-48F2-91B2-8F119875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480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03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Nur freigeschaltete Dokumente öffnen, exportieren und sicher speichern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48C60-D0D1-4772-9339-63B9248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53ECF-F402-4BBF-B8B8-D720A6A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0CF87-A9ED-4DE0-BA2E-CE7E5C4B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Suche, Filter und Navigation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15F222-37DE-479E-8A27-EBEFFA3B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290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Datensätze schneller finden und Filterfehler vermeiden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500898-2D57-406B-AE0B-84D8524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5892B-07D5-42AF-A464-29CF5358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2CAD9-CA37-4343-99A3-F4CBFDA3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815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Datenschutz und Sicherheit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DC596-AE5F-40CB-BD66-443C65B6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01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21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Personenbezogene Daten nur geschützt und zweckgebunden verarbeiten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559B7-F31E-4BDC-9619-B72C31F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CB3330-182F-4351-B8D6-DC9FBA61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F34A4A-F5BA-431A-82C1-BC280C40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Häufige Fehler und Lösungen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C4C2F-52F2-409E-9AB3-BF327681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91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Problem, Ursache und nächster sinnvoller Schritt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F32F9-A1FC-47BF-A99A-D0C5A24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125E44-74EE-4FEA-B7DC-33D6C9EC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D8E523-1416-4882-99BD-161349A4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435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Checkliste für Anleiter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5D55A8-A2B9-47C9-8F70-88E712AE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Vor dem Abschluss jeden Punkt bewusst bestätigen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1D44E2-75D8-40C4-B5B3-A6D09C8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62923-DAA6-491A-9390-19075C06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D43715-A321-44F6-808C-AB39FD08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6226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B3732-5F33-42E5-A4AD-C808487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AABDA-81A3-4C0F-AE53-FBFFB37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bcd418feb4fd8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201B7-CE8B-48A0-8284-8308E81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0B650-9E7D-40D6-99F0-9A9B6D5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65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EINFÜHRUNG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F1137-D663-4688-9A6D-1C5C19E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Sicher orientieren, richtiges Projekt wählen, sauber abmelden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4491A-7169-4A49-A368-DC766B1A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807BE-6ED5-4514-824C-58C9C78A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B7507-8252-4B8A-882C-A68348F9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7AF4C-3D1C-42DE-9A71-0AA7A001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0991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af649234b43e2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F96A2-402C-4D51-85C5-BA57FE6B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01 · EINFÜHRUNG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6FAB12-CB9A-44FD-BE15-2A3E231D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22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Matrix hält den Projektalltag an einer Stelle zusammen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F04BA-E3C2-464D-82B8-5A78D167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1DC9A-D1E8-47EC-B41D-B6E46ED2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C6095-A71F-4D26-98B8-1232FDA1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5F229-FFA4-42B1-9FF7-5B07C6F2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Zweck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72493-946D-4FA3-9E16-C8935611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605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Matrix bündelt projektbezogene Teilnehmende, Gruppen, Anwesenheiten, Klassenbücher, Dokumente und – wenn aktiviert – Potenzialanalysen.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2AF3A-9FF0-42F3-9B0E-14170E34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5FCEB-4234-43B9-A8EA-A8DEFB13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C349E-CAE7-4D39-9D31-01D5242E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Aktiver Kontext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79550-72B1-4551-B745-521BE0C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Projektwechsler im Kopfbereich bestimmt, mit welchem Projekt Sie gerade arbeiten.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26B29-F3B6-45F3-A48C-CCC36184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9FE3D-4122-4FE4-802F-FAEC466B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D64EC-F1CE-41C8-9974-58FA186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Ihre Rolle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B880D-6F09-469C-AB4D-99BA5690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Anleiter sehen und bearbeiten nur Funktionen und Daten, für die Rolle, Standort und Projekt freigeschaltet sind.</a:t>
            </a:r>
          </a:p>
        </p:txBody>
      </p:sp>
      <p:sp>
        <p:nvSpPr>
          <p:cNvPr id="17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0E9FBC2C-1A85-4033-B499-D5F427C2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B5663-F11E-4666-B009-4379DD4A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41DF1-22A1-4203-BA4E-47192DE3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6C531-4CF0-4375-83B1-D23B77BB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Prüfen Sie vor jeder Eingabe zuerst den Projektnamen im Kopfbereich.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C5190-65FF-4624-B4D2-23555D87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5FECF-8453-43D4-8F18-72D79557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77E11-BCD2-4A2F-A2F0-E14DB9E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0841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8c721fb934f77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7000A-6A5B-4EED-A3EE-38450D6B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01 · EINFÜHRUNG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E4E571-19A1-45BA-9643-F7CFA82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Dashboard und Navigation lesen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BC3EB-0A55-41AF-BE6A-10F53AFD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56D51-133C-415E-8596-9C2894B5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70EBC-A26C-429A-AE05-661BD6A7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Schnell zur richtigen Arbeitsfläche gelangen.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D6693-AEC1-4352-86C6-96E1CEC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92E26-75DB-421E-A5F9-FF02859C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Sie sind angemeldet und sehen das Dashboard.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D0DE2-34EF-436C-83C5-5DCA5C1D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E9878-0AB3-4CF7-84DA-ED53CC76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94936-54AF-46CB-B813-92EBBCF4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9C03B-007D-4BB7-912D-34CAA50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Projektnamen im Kopfbereich prüfen.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AE935-A28D-4140-8461-E47E56A7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E5F4A-BC11-4CB5-B0DE-4D19195A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AAC26-4B70-49C6-A58B-18C49C49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Im Seitenmenü den gewünschten Bereich öffnen.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8420A-9237-40A2-8FC8-1875A00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B46AA-66A6-4669-807D-EC2D96AD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7083E-FC09-49A5-82D4-0FE442A9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Überschrift der Arbeitsfläche mit Ihrem Ziel vergleichen.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1A0F2-4942-415F-9469-B8664F95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A0452-CB56-4F9A-9FE7-4D1DA38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17DC7-CA54-4F30-9210-349D77DC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einer Aktion die Rückmeldung oben oder im Dialog lesen.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34821D92-184A-4629-AD4C-6380AF7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B2BCF-D3D8-417C-83DC-A1C6830B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1DC9D-6E24-489E-B94C-51BAC74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56AEA-8283-496C-8645-F2A577D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richtige Überschrift und der richtige Projektname sind sichtbar.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1F72AF0C-1212-4985-851D-74855D8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3E733-E022-43E1-9D7F-0575C76A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A3475F-0B8F-4CD9-8D48-6A5F3E81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F2DA1-7698-4FAF-9529-47B45C3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Menüpunkt fehlt: Berechtigung oder Projektfunktion prüfen lassen.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C2D32154-32A5-4B75-9EB9-A825AED3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BCCFAF-3995-4CEB-B2E2-1C49A56F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424568-B25A-44BF-B50E-6180FDAE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9D4C58-896E-4D39-ABFD-F9529F5F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257111-7F83-45B0-82AB-7F27F65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Dashboard · Projektwechsler, Seitenmenü und Rückmeldung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BA944D-BE61-42AA-AAE7-E9BA5B81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719CD1FA-49C0-4E20-8DB7-F8F9E7EC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C2AAA41F-20B2-4095-9FDE-F2A7B60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CB4F62C0-DFA6-4042-ADE0-0514C4D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FFBFE9-918B-418B-AA05-788BF8C7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38AC07-1899-4F1C-B619-F2C9431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3B656D-331E-4B22-9DF0-5C681936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086461-E96C-4F64-8722-147C99A4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52240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6b7b12f594568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783E9-10AA-4930-BB08-951FC8D2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01 · EINFÜHRUNG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373FFC-2474-4BB1-972E-E87F4A1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Sicher anmelden und abmelden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47DB2-A18F-4334-8905-C857722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869D3-E5CE-4421-9B04-3345D108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6DD5D-FCB9-4319-8418-991A112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Das eigene Konto schützen und Sitzungen sauber beenden.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72E38-78B5-42C4-9AE2-751B555D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7FE31-28F2-4821-8183-9BC39F8C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Persönliche Zugangsdaten liegen vor.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7702B-68CC-4352-8AA7-0F146E1B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996C1-26E4-462E-B3E8-7EA6DF0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28092-DA41-480B-897F-DFA489C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25D3E-DA9A-4290-8505-2DD49A32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Matrix über den freigegebenen Link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A3AFE-B2F1-4833-9894-1E2AF1D0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2F4D4-4A16-4212-9A31-146663C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23B7B-C2B0-4FE1-9AE1-5389A8B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4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Eigene E-Mail-Adresse und eigenes Kennwort eingeben.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F6BA3-3B94-4627-8B53-29EDA57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E58A3-1C76-458E-9FE8-4005493F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A7751-353D-4595-94EB-38046931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9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der Anmeldung das aktive Projekt kontrollieren.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4DACF-AD5C-484D-92F5-1F50F2EA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BA50D-D205-47B2-8E2B-34E53B6A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77C4B-2E5A-4239-B86B-495B658C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der Arbeit das Profilmenü öffnen und Abmelden wählen.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6B2BF324-4011-4315-BF04-21A6ECE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8DE7E-B1FD-4652-AEFF-DB430E88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5A6D7-7CF7-4AB8-9949-4C8CF004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454D3-824A-4E17-A3EA-0CB2A27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Beim Start erscheint das Dashboard; nach Abmeldung erscheint die Anmeldeseite.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E174E843-6F3B-452E-9A80-9F55E686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5B5EA-EEF6-4737-B052-6D61ACBE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62545B-F937-43AF-BA4E-7499E865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B4E10-A501-4B18-BB6E-D0E3284B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397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Sitzung abgelaufen: Seite neu laden und erneut anmelden.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71A85045-92FA-4367-9ABF-D2A8093B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F32ED7-5A6A-4DA5-A343-869197A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2C17BF-BB3B-40FE-8182-BD3A436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79976A-03A9-4EFE-9F22-861768F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EE93A7-DE95-4334-A4F7-5B49C171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Anmeldeseite und Profilmenü · nur Testkonto zeigen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978154-6975-4A5A-AA5C-F451E6A2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44F58A12-90A5-4918-A898-ECFB8968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05B458DB-A01C-4912-A6CB-4705AC52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DCDB55BA-CE7E-4C22-BA92-01A67CC3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E9CC6B-CCB7-4407-95C0-C0D0B82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E7A81B-FBD3-47E3-B85F-B5331028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3984D6-195E-44BE-BF03-D61FDDA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1DB3C7-FEF8-4864-8EF0-6AB0EA5C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3930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B312B-6BDA-4E25-AC93-BD40D4AA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597D2-E042-4C3A-BEEC-53CB5DFA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ffa0570b64878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D97EB-2A2E-4A58-BB66-8A14DDF5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8A648-F8EB-487E-A2AE-62BC5FE3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BENUTZERKONTO UND PROFIL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ACCDC-800C-459C-8558-4A60F22C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Persönliche Angaben, Foto, Farbe und Kennwort pflegen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BBE0F-EC3C-4511-ADEE-A8FDDF33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C9980-65CE-43D0-B429-436E4CC9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E58EC-3A66-4183-B037-2505A155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36BBC-6FEA-4424-BB7F-C80B4AE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49923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f9546beb2409a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C7B8F-DA60-46B6-BA81-F85DA4A1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02 · BENUTZERKONTO UND PROFIL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6650BE-DE60-4D32-931D-D5B99F0F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Eigenes Profil öffnen und prüfen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2A06-6F62-4DFE-AEB4-7371D812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D2C33-5540-45F0-953A-79AAD243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FE672-A4A2-4616-8677-2CD828B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Kontaktdaten und Darstellung aktuell halten.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EB3DF-CBBC-497D-80C6-8E8DDFEA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FCC82-06C5-47B8-843F-A48B3819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Sie sind mit Ihrem eigenen Konto angemeldet.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D5FFC-DF4A-4B15-9D95-11CD1013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CE700-2F10-4A61-8C12-D2523AE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C9377-C7C1-4E83-928D-10C0EC1F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06F93-379A-4A8B-BA28-855BBBF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Profilmenü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08B56-8FCB-4195-86A5-FA63A81D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0C1F1-163E-4EC3-BAC4-B533CF3D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E40AE-9D24-45C2-A375-A3D0FD74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Mein Profil auswählen.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B95B1-83C3-447E-91C6-1C083B47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7B0BF-D613-4CCB-9163-022E852F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66713-8A5B-48C3-AA0A-C91436EA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Benutzername und E-Mail-Adresse kontrollieren.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5F910-5E4E-444F-AB34-3B0BDD5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6D05B-8DE4-4952-8319-AB89B229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3FC35-58BA-4F6B-8C39-4B0B6D27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eigene Angaben ändern.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C43C1532-F923-4028-A8B8-8A318583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5F322A-533C-4B63-8CCF-5DD7417B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6C46E-31D6-49DD-A030-7357EC4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69FD1-5A83-4728-ADCC-C2F9FDFB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Profilseite zeigt Ihr Konto und Ihre aktuellen Angaben.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AA6255E5-6D69-4E62-BC66-278CBF5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8AFCF-5984-4AA1-A0C7-8AA40AE2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D3760-CE7F-44CE-AA2D-1B492DC6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3D842-957F-42B9-899E-68B16C33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Falsches Konto: sofort abmelden und mit dem eigenen Konto anmelden.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6269F38A-4904-4AD7-BB39-EC809F1E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531F1-2469-41EE-B364-210A73F3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1D0C0-1A59-414E-94AB-E2B9184F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B502E0-48D6-4DEB-AF31-FFD40059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3A8853-1910-4469-828D-DEB67E90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Profilmenü · „Mein Profil“ und Kontodaten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86F253-CB9F-47C0-A13D-B5126F90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09A42E84-4909-4587-BB27-8744E096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335DF4FE-020D-42AE-ABCE-053F988A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C2A7FDCD-57F2-4153-A448-AE5106C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733B28-678D-40E8-B5A1-F7109803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1B722A-F7A0-4270-BD3A-4CEE3F0E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5EA411-046B-4BE6-97BB-96D9638F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CA1061-4B22-4032-9B3B-6839A65C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903767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48ef4dd96443a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E19A0-1540-4A59-8850-49488DA2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02 · BENUTZERKONTO UND PROFIL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923DAB-3153-469A-A5C7-64C8F1D0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Foto und persönliche Farbe speichern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E9521-DF89-440A-B7C3-AF6030FE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80E16-A253-4DC9-8B03-C3C31D3E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EB1CE-B256-40A2-B516-D7A31E05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Das eigene Profil leichter erkennen.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8D377-1EC6-4176-89A2-226B394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5BC0A-1249-4E55-9146-8177616E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 neutrales, dienstlich freigegebenes Bild liegt vor.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E7F07-1F55-4961-92D7-72EFD86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EB779-1FC1-44DC-8500-62C7910D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5BE7D-7354-4050-821C-DC051635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E0AB1-D141-4D5B-9B3F-2DC865F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Neues Foto auswählen oder vorhandenes Foto entfernen.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609E3-6FC5-4253-9E53-AF3EC22E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5F422-C911-4727-A451-B972EA91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EE1F4-9307-478E-B669-DA06E9F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08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der angebotenen persönlichen Farben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EA455-D659-497A-9566-FC146BD5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96A5E-8CD1-418C-97F9-088939DB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BD54D-FD02-471E-83D4-3B5BBCDE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anklicken.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6E5B3-6D27-4960-B30A-4C14B5A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24EB8-96FF-4632-A967-A5C1EC9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392D1-8E31-4017-8D05-650E1D5B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Auf die Meldung „Gespeichert“ warten.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A273B6D6-723F-404E-9E00-E5709450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6EB98-CAD1-4B6B-8BF8-6AF4C5B3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06017-6DBF-4104-8A02-DCDD6C4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2F39A-9819-4CFA-A5B9-27BF99B6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Foto/Farbe erscheinen im Profil; „Gespeichert“ wird angezeigt.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5B0A01C7-0A5F-4F66-8A12-BBE3DE7F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B34F4-F1DC-42EF-B9D6-9BF5F64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4FE63-0666-4C30-AC39-F2F6E49C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64E33F-9B06-4C52-8363-90686110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scheitert: Dateiformat, Dateigröße und Pflichtfelder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611A0522-03CB-4284-9DC0-0C03B78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3DD1F-D671-41F1-969E-258295C1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D985C9-1C1B-4CF2-9501-FD49366A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399714-2616-40B1-BB31-CEB04A44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17030D-BB72-4805-B563-4BE0C24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Profilinformationen · Foto, Farbauswahl und „Speichern“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72F0D6-3645-4918-9867-6ED21F3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9A74A49D-4A8F-46F4-B2CC-49641A3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1270398A-CDA8-44FC-919D-B159EC99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15F82DCC-7598-4B37-B727-FAE382D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F0959E-A9CB-4F89-8F0B-DB26D3FB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7CC057-0A17-445D-B27D-ABC0AAAF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A6A55D-0DA5-44E0-9229-A252D0A9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0B49FA-F2DE-4A76-95FB-B4FE6C3B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60155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6166e65bb4ccd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58A15-514F-484C-87ED-FBE4D3A2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02 · BENUTZERKONTO UND PROFIL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ECDA8E-40A8-4A96-AD73-34B40B8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Kennwort sicher ändern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69628-7027-4C88-9CC6-4C56BA6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7F4AC-AEDB-4FB6-9A76-CCB2F46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99342-DFED-4D25-B037-D074F980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Den Zugang nach Vorgabe oder bei Verdacht absichern.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5D2AB-B3AC-42AB-8520-46C8B962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69A7D-5DAC-420D-9AB7-10A592CD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Aktuelles Kennwort ist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06300-47EC-454B-8E77-4205684E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BD818-E856-4A24-BCBB-5BA0136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B5939-6F5A-4046-8683-097117E8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DD81F-774F-4F5D-B99F-DA98C61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Im Profil Passwort ändern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A4BD4-9F0B-4B32-9932-9A53A127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9DF5B-24D8-45C4-8235-840B336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74823-38AC-41B0-998F-4881E673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Aktuelles Passwort eingeben.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77524-41F2-4E96-AD8D-4CB521B3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67FF4-B01A-4070-A726-EFEC77C9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78C85-5B81-4A4F-9EF3-C3C67F25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Neues langes, einzigartiges Passwort eingeben.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5283B-4374-4475-934F-E75FC56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8173FE-6E4A-4CCA-BF0B-1E7D0D6F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0A4B3-BE65-4415-8C45-286B9D20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7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Neues Passwort bestätigen und Speichern wählen.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44F833EB-9515-411F-BAC4-D92E863E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E2D31-17CE-41C4-A093-C8A8041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616BC-292E-43B9-A3E1-D25BDE07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7FDCA-47AC-44FA-B5AC-E71F2EA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678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Änderung wird bestätigt; das neue Kennwort funktioniert bei der nächsten Anmeldung.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D6899703-95C0-451F-9D63-E750DC10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94849-E75E-4982-8302-0183B046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0574C-BA12-4F6D-8642-7F0FB1F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E964A-8C01-4319-A2CC-543C44F8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Änderung: aktuelles Kennwort oder Bestätigung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51B89B6F-74CB-4C1A-B278-C2C46942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C3525-8216-43DE-B900-1A049DFA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88612-E335-4485-B6A7-72A00D4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F6B82-1D93-4A2D-8C03-DCF3960B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CC99FD-0BE0-45D0-B7EB-D61EADA1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Passwort aktualisieren · drei Felder und „Speichern“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6B938D-9CD6-4F11-BD4C-E27761F6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1AF06EEC-7065-4444-9ED4-F079C552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07D0B7C5-D41D-41AF-BB9D-8C9F0F3F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01663BAC-02B9-46AB-AA14-1CAB961B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D9BF5-E11F-433E-B355-093F4A79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F9BD07-D73C-4FC9-9AF7-4DAD7BD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DC815A-434A-44D1-8D2A-62EBF470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E2688A-034C-44FD-B8C8-CA12A0E6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300058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fc323324847d2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94324-A67F-49CA-AE0C-52DD5E28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02 · BENUTZERKONTO UND PROFIL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F975A8-1760-490A-B034-1CF7E2CE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Wenn das Kennwort vergessen wurde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1FC74-C562-499E-9CAB-694C7F05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58A5E-9F24-4BB8-B303-752AC35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D8D39-0B4C-48A8-9A24-E5B7D73E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77CC8-B6ED-425C-A545-CB2C498A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1 · Selbsthilfe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6ABBD-F5CC-4068-A692-21DAF59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Auf der Anmeldeseite „Kennwort vergessen?“ verwenden, falls die Funktion angeboten wird.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AD07A-BC30-4A78-837F-7D6AD8C5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14E3A-9029-41FF-96C1-53AF6D35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A0CA4-1598-4237-A189-C9C1DD3A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2 · Dienstweg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89A1A-AF8D-4E7F-8AF7-F3A0A1AF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Wenn kein Link sichtbar ist, die zuständige Administration oder IT kontaktieren.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2ACA7-1DF3-4821-B418-10AC99DD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DC21A-3E9B-45F5-98AF-0CA93331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38DD7-4C6D-4106-968E-67CDA7A7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3 · Schutz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80A23-30D9-4619-B1AF-DDB9B1CD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 altes Kennwort weitergeben. Keine Zugangsdaten per unverschlüsselter Nachricht versenden.</a:t>
            </a:r>
          </a:p>
        </p:txBody>
      </p:sp>
      <p:sp>
        <p:nvSpPr>
          <p:cNvPr id="17" name="callout-Achtung">
            <a:extLst xmlns:a="http://schemas.openxmlformats.org/drawingml/2006/main">
              <a:ext uri="{FF2B5EF4-FFF2-40B4-BE49-F238E27FC236}">
                <a16:creationId xmlns:a16="http://schemas.microsoft.com/office/drawing/2014/main" id="{0DC6707B-3051-4BEA-9100-A8733D2C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FB6BF-CDF3-47C5-B851-5D15288A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C0E89-1F2F-4C35-B821-64E3CC16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ACHTUNG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983F3-50DB-45B3-95AE-6B6D922C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genaue Rücksetzung hängt von der lokalen Anmeldung ab. Keine fremden Konten verwenden.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48ED4B-8C4F-4182-81CC-27B58CD0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88FAA-AC69-42FD-9EFE-9A3C545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C7D75-C1D8-4807-8255-93E2448B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83659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9A485-6F34-4AF0-AB5B-D104E563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850BE-F3B8-434E-9521-452A70F9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806713d4747e2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A8178-BD59-4C7E-B0C5-6B3426EF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F5CC2-87D7-422B-B0EE-9F05F15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PROJEKT BVB REHA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FADB5-16A8-4DF4-BC18-AE4842D7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Der Projektwechsler steuert alle folgenden Daten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424CD-4DB0-4979-9FB1-4F5C63FC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D20C9-D468-446C-83CE-9A915FF4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030C9-C560-4F2E-ABD4-B6CB721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5BBFE-B857-4626-9367-A575F259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39086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8f1aee0094065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1FB47-EE4C-45F5-82D0-4F4B53E2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03 · PROJEKT BVB REHA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8A04CB-F057-4D21-9FFA-7E06B871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BvB Reha als aktives Projekt wählen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E79A6-A456-4A21-ADEC-9B3C4A82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01A51-7CBC-4722-8782-26F3E1AB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1B67F-6807-4C41-BDC9-B258035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Daten des richtigen Projekts anzeigen und ändern.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F1F12-4AA4-4503-8ED9-D1C4DEBB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6D9DC-1E27-46B9-B03D-A1107F22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Ihr Konto ist dem Projekt BvB Reha zugewiesen.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03779-739F-4021-9F89-36C97C90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F2880-C2AA-4663-8EEE-5E82B568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6B6C3-B37E-40C8-8186-5F27308E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B6055-CD4D-4124-8479-C970EA5B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Projektwechsler im Kopfbereich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6F2CE-488A-445D-82B7-189F76B3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20448-3B31-4B32-A60A-80563B7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B9EB9-717E-40A1-9A4E-1C8F6597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BvB Reha auswählen.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8AAEB-DC72-4118-BEA3-078B0C8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5D203-17FC-4B39-BF87-222DC10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25BF5-5F77-4204-AC7D-CFEF9EC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Wechsel abwarten.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271B0-F216-4BB5-8FC9-1576F1B2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D4A3C-1AF1-4313-85E1-D8F5299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079DF-D5D5-49A8-946F-6848CC26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Projektnamen erneut kontrollieren.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B58F9EF5-756F-41A2-9750-CF71BC87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CB482-BF35-481A-B236-833BF89C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F1CA6-8ADD-428F-9306-045AD9D5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E3F51-FD4A-4ED0-A654-67311E1B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Im Kopfbereich steht BvB Reha; Listen zeigen den neuen Projektkontext.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469B84B-A8B2-4ADD-8A59-FF3991B8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AFD0C-81C0-42D2-86F5-9FF9DD7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D8115-A89C-4C0E-86A8-B481751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D99BA6-B83F-40F9-AF2B-4DF79251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Projekt fehlt: Projektzuweisung durch Administration prüfen lassen.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901EBE18-71EB-4784-A088-414A3924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96B68-1D8D-4759-9E42-C803F4FE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AC9BF9-482B-46CC-8D54-204FF326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7284F-46DA-427B-95AB-92F4FE90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A315D-54F4-496C-807F-234C45D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Kopfbereich · Projektwechsler und „BvB Reha“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F07141-4513-4DD5-B3C9-C79ACD9C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BE75031E-E87B-4072-9D43-523072D4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FD63A1AE-AA5D-4F60-8770-5AA80408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952A70F-F330-4D42-95D7-AF0293B6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FC4007-4DF6-4DCB-A421-7EBF1A97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62B3A1-E35B-491C-8F89-0D979FCB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B999A8-ECF7-4AAF-8C7F-6B32C830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34AC47-436E-4B34-B195-AD5DEFCE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65445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28b2827fe4de3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643BF-E61F-4796-84D7-8E7FD082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03 · PROJEKT BVB REHA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769115-33AB-4F63-ABF4-5F9BFE73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68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Funktionen werden pro Projekt freigeschaltet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65903-BFBF-4C65-92D4-4350707E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1CEFC-6872-4093-BD29-78A6E498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4B01D-CDFF-47F1-948A-8B1AB66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CDCDB-0ADE-4C07-9F93-E7FEF6D3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Gemeinsamer Kern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6A272-C7A1-4C87-BDE7-4F418644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605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Teilnehmerverwaltung, Gruppen, Anwesenheit, Praktika, Abschlüsse, Klassenbuch und Potenzialanalyse können projektbezogen aktiviert werden.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B8BE0-C5D6-4F1F-BA00-9197B322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46B12-E91C-4E11-982D-F974D8A4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7C6CF-4D63-4D59-AA03-22C2B58E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Abhängigkeiten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56582-3DC7-46D4-B2ED-2E37BEE9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Klassenbuch benötigt Gruppen. Potenzialanalyse benötigt Teilnehmer- und Gruppenverwaltung.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EFF5B-63DD-456C-A9B3-C67315C0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BB8E3-9CB9-4F8F-B9F9-07D5C87E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E7602-C6FB-488B-A35A-0E476A5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Berechtigungen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D25D7-EBAB-457C-B5C9-AA6D38BF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Sichtbarkeit und Schreibzugriff hängen zusätzlich von Rolle, Standort und Einzelrechten ab.</a:t>
            </a:r>
          </a:p>
        </p:txBody>
      </p:sp>
      <p:sp>
        <p:nvSpPr>
          <p:cNvPr id="17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C7835807-302E-4A05-A70C-8B273BF8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57BF4-E6CE-4961-A1BC-2B8BA91A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FFA71-5418-4896-A7FE-6685BB2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9A11A-E78E-46A1-9E99-404EB73A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 fehlender Menüpunkt bedeutet nicht automatisch einen Fehler im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E2A5A-29F7-40B7-96E4-17EAE747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B4AB-47C2-4C79-960D-7C6B88E4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C15F5-C0BB-4337-852D-51D9BE54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565312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d8d40d337446c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9D938-9431-4BA5-BB8B-AE986062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03 · PROJEKT BVB REHA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ED2899-DECE-485C-A595-D46C7EBC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386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Drei Bereiche – plus Potenzialanalyse als Projektfunktion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C06B8-26D3-480A-97CA-40335B15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F765-5936-4BEB-9181-EE603602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0A62-04DA-46EC-B045-F366C0C5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F9AC1-9131-4095-A26D-D6F5C80D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Hauswirtschaft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48F8B-5857-4670-8890-EE198926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Praxisarbeit über die passende Gruppe und deren Bereich dokumentieren.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2B33F-7D1F-4AF4-97D1-2C7C0675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4C3F4-DAFF-47E0-ADDC-BE67E1A2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4950F-50D6-4D37-8DCF-8AE556E8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606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Garten- und Landschaftsbau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034D3-F556-4331-A3A8-536BCBD5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Praxisgruppe auswählen; Anwesenheit und Tätigkeiten dort erfassen.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F3EDF-884C-4905-A81F-95BA7D5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3125E-2773-4D70-8C28-EEEA461D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342DF-BEDF-4045-A150-5041E57A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Logistik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C1509-86CB-456E-A8CB-831D976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Logistikgruppe öffnen und den gleichen Grundablauf verwenden.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26426-47CD-4088-AAD3-E78F8A87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15EC7-9FE8-47C9-805F-C8229EBB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BE297-1EB5-484B-8FD3-ED37877D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Potenzialanalyse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285C9-09BE-430A-9AD1-4BCF74B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Wird als eigenes optionales Projektfeature innerhalb der Gruppenansicht eingeblendet.</a:t>
            </a:r>
          </a:p>
        </p:txBody>
      </p:sp>
      <p:sp>
        <p:nvSpPr>
          <p:cNvPr id="21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34D1B6AD-5F4E-4ACB-BEE9-0D50B692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FBC0D-0C4B-401A-8BEB-858E9C3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7C422-2803-4DF8-82A6-4C81414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17705-0614-4A92-BCAC-4684A85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drei Praxisfelder sind keine getrennten Fachmodule. Der Bereich wird an der Gruppe geführt.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64412C-D719-45C1-A591-3D67EAD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7E270-EE59-4E7D-BF3D-2ED3428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82DBA4-61F8-47A2-AD3E-597BCA10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563182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5e069d1b440ae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5E2B2-CA85-4576-802C-76E6FE1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03 · PROJEKT BVB REHA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C2B2AA-EE66-4901-84B1-CADB87A5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Zuständigkeit und Berechtigung erkennen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3AEBB-4A2E-4076-83FD-B84D6FE6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397C6-568E-4866-8BAC-242AAE3B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CF4E1-4594-4DF7-B48F-07E98FDF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im eigenen Verantwortungsbereich arbeiten.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9E99D-EDA3-4EE9-A873-0049D6B1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05D61-44DB-4793-8B12-B5A61817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BvB Reha ist aktiv.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A94D0-1FB1-4095-8796-6FF4D645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5A0EA-9B0B-451A-B6E9-B5C2C73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AB998-2592-4ACE-894F-ADAA8D60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25043-7399-48D9-B866-DB78D092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Gruppenübersicht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AA1B4-F423-4546-9BF3-2A3CFB47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8620E-3593-4561-AB93-77BCFFB3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56395-0FE3-4435-A99B-76AD789B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Bereich, Betreuer/Anleiter, Standort und Zeitraum prüfen.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56741-CC04-4889-8B19-B0EC63B4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E1355-8868-49AD-B666-040447B3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4C33D-00E6-407F-9CFB-4DA519A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zugewiesene Gruppen öffnen.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3B031-2F20-459A-8569-481DCC14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B6DCF-645E-4F98-A063-C64C9C91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10A3D-128F-4A8C-9212-7EE73C4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Fehlende Schreibrechte nicht umgehen, sondern melden.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AC96C5FA-0A5B-448A-A483-B824797D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A9262-0D91-4A6D-B66D-F834156A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FECEE-43B5-4BAF-A669-F9D1D724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548EC-B592-46A2-9002-4E8A406A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Gruppe passt zu Bereich, Zeitraum und eigener Zuständigkeit.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3AB3A408-C10E-458A-8909-EE776384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47115-8173-4528-A308-81FCA159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D5AE8-A101-47C0-80BE-A7434D15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938081-2633-42E1-B0EF-30EA65EF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Schaltfläche fehlt oder ist gesperrt: Berechtigung gezielt anfragen.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979F436-2B56-48AC-87F3-840E9B60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AC01D-89D8-4B48-B3E8-A7DD573E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1AF87-39AB-4DB3-A4FC-B0F39EF4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0AADD4-2D23-471F-A6F2-2B22B7A0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228F79-1EFC-4470-9DE8-EC4D14A9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Gruppenkarte · Bereich, Anleiter, Standort und Zeitraum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501C79-F5B9-4A16-AB00-6560D6B5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96DA0E6A-9C59-4257-84FC-9D6383A2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F5CC4C78-B206-46B6-87BE-3ACE9798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20C63472-5944-4ACA-B4C0-77EA867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62ECDA-CA50-4DFE-981E-A18048C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9FD38D-15D5-4533-B544-EEA5424C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31DA30-98CA-454F-A309-41D5AE3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8556F1-4EFE-475D-9F3E-A9A96E3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184728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B14F1-AA32-451A-B9AB-9B40791A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4CB29-3FD0-4E64-A95D-B7B3693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5f2f58c554f77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E1DC4-EE81-4506-A91D-FDEFCF1D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B845F-A485-47E2-804D-8E3D3613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GRUPPEN VERWALTEN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9F884-F046-41F4-B946-4F362047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 anlegen, prüfen, bearbeiten und geschützt löschen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A1C2E-F684-4051-B395-165CB5C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AA2D0-0E7B-4F87-B029-E94C778B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4775E-8666-4386-9F84-A4F1072F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BA5EC-C1C4-4A2A-8A68-4CA07CF5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959088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ee8e5cab34433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2BC5C-3BFC-4AD0-8BAF-FDDD68D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04 · GRUPPEN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AD70A1-23AA-45BC-82E8-41B6D8F2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Gruppenübersicht öffnen und suchen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9B224-1EF9-4D44-AB92-A5A7259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4DC57-24D3-45B5-963F-65791CB1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4F269-BCF7-4FBC-BA75-10C77A3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vorhandene Gruppe schnell finden.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4AEEE-8FDA-40CA-8BE3-36D5886D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80538-3B51-4117-ABD8-23594581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BvB Reha ist aktiv; Gruppenverwaltung ist freigeschaltet.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77EBF-9310-4FFB-87AC-6C168A57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CE5C9-423F-4D33-9D2C-E3596A44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C8D7E-6B3A-40B8-92EB-6FE530D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131DD-F1AC-41B3-80D6-D0660F6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Im Seitenmenü Gruppenübersicht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D9623-44B6-4BCF-A656-282196B2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441D5-3FBA-4140-83D1-526748EA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8E402-0190-44BD-804D-3DC864D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Suchfeld verwenden.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DB5EA-7B94-4879-A7D9-EF553F19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11073-9655-4229-85D1-6F57CEA7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92721-541D-4786-A209-BA925058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Bereich, Zeitraum, Raum/Ort und Teilnehmerzahl vergleichen.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F2424-7694-4D52-AFFD-C3B3AC57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7C891-61FE-45CE-A086-83C4FFE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396A8-030F-4210-9F72-6398C9D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 Gruppe öffnen.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7418A75E-2FAE-4980-A2EF-60ECFA9A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E05D0-8485-4ADC-84EA-424EADD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2C7DA-EBF6-4B92-827F-0387D6DC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1F40C-CBDB-4304-8D39-535DF015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918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gewünschte Gruppenkarte ist sichtbar.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2F77926E-7D17-42D9-A80B-0728884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6348F-9586-4B4D-B7DD-0881CAFA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707A0-8536-4CC9-9266-1E453FC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09DB7-D662-46A5-945C-9E539121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Gruppe: Suchbegriff löschen und aktives Projekt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FE061449-C78C-4460-B770-5D87E27D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11C414-A883-4F66-8853-E956CB12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AD534-BCB1-4B8C-947C-359995E1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8B5B7-42EB-45D4-AEAA-0C41E9FA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226192-8930-48D7-8977-82FFC1CB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Gruppenübersicht · Suche und passende Gruppenkarte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4956D9-DB81-4B9D-B03C-10CCCF80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3F541B25-C9F2-4278-8FBC-57F69B10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192B6447-9F87-4B22-8122-BD203BBD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272BBEF-4CFC-4D3C-8181-01DFEC5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EE53B4-1010-4AE7-A4F7-6ACFA491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DB6B08-C6E7-47CD-ACE1-08E62F3B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BE4280-B643-4707-8460-639A65BD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9447D6-BA11-4F61-9533-8DDB8842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289584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44fce42b94723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D270D-74C0-410F-B7F1-3B36306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04 · GRUPPEN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AD5BEE-6F93-459E-8063-2AC491D5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Neue Gruppe anlegen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26AF7-B6A8-43B9-9B04-435D4A41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F45B3-0111-4D8F-9252-96431D96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BEBD7-0ACE-4ACC-9511-22B78CC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Einen organisatorischen Rahmen für Teilnehmende schaffen.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F6C1B-91D5-494B-BF7C-ADCB11DF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138A7-40B3-4208-B0F0-9284466A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Recht „Gruppe anlegen“; aktive Projekt- und Standortzuweisung.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80302-71F6-411E-B28A-E5113A0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6FB6C-7920-44F0-9486-784430A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48FD4-422E-417C-9868-46AD5651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88620-5944-46DC-9301-803BA40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 anlegen 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48817-0CBD-4C24-9F56-E6143AE2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45E89-D709-44DD-958C-563476AB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0A99C-5E9A-46CD-A4CF-AE994BF5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Betreuer / Anleiter auswählen.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F3BBD-BB7D-46B5-8981-CAAE9191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0FE26-C26A-4FE7-B030-11CA9382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BFB46-7040-4C0C-8336-37F36D48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Danach den Bereich auswählen.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438BE-1A1C-481D-B35E-C42DC2D3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B7E05-C3E8-45B8-8C35-6AC2F0B5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F7D66-8D78-4F0F-8872-945F6A4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2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Bezug/Schule nur eintragen, wenn fachlich erforderlich.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476C3F4F-DE3C-440A-9A13-CDFC7D1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DCB75-562D-43BF-876E-8C889971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DD02D-5671-4189-9CF6-97BA6ED1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B1836-792A-4860-9AE5-0040C2F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Das Formular zeigt Betreuer, Bereich und weitere Gruppenfelder.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24BBDAA7-15C8-49D9-A1D5-0D849C3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6918F-C93A-4379-9C00-76FCB198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BEC5C-0F40-4608-BA82-621E2BB4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EEC49-B470-4C99-BC12-0F88B9A4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007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Bereich gesperrt: zuerst Betreuer/Anleiter auswählen.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7FB1E315-B9F5-45E5-A2AA-35519292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9DE32-126B-4131-A68B-CF4BA1E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E72F79-BD77-473D-B1CE-F4DF0913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2CDFFC-F6A7-447E-A460-9894153A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7B1598-1C07-4F18-A873-1EB5AA1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Dialog „Gruppe anlegen“ · Betreuer und Bereich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BFDDD9-60EC-4118-84E1-5AB4CC1B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17186822-C7B7-4D98-84CA-6077D4D2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0B3EEAB5-E9B2-429D-8485-2676A637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25C1A11A-BDED-4C20-9E2A-EC412668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571749-97B9-473A-A78B-9AD68C46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FFC722-A67B-4E4B-96FF-937F3A5D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51A6A7-92DD-4FE7-B390-3DD3BAD0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7A2217-2707-4B46-AACC-57BC468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30683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3b484b15c4ba5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68C0B-9559-4E2F-B260-899148D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04 · GRUPPEN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2C04C3-D94C-4DC1-A091-545497FA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Zeitraum, Ort und Zeiten festlegen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3EA26-9C1F-4A8F-BE0F-EBB52305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48681-95FB-41B5-B9ED-E100E5E5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48E0F-6489-4116-8F2F-2CD1C8DB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Gruppe zeitlich und räumlich eindeutig machen.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4D225-FC64-4E7B-B6BD-84CBE8F0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03402-CF8D-43D3-B2BD-0923D446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Betreuer und Bereich sind gewählt.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01761-DFFD-4E65-82AA-8694C44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F47E4-F841-409C-99A8-E6E1CED2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6CD1B-3E3E-41C0-8672-F48D130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C8C5E-1962-43FE-95D7-E5CF6828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Standort auswählen.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32B67-9B23-4A57-A871-F6A169F0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A8E7A-43F8-4303-9FBE-A520AED2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339FA-ECE5-4EC9-82CA-2B8BC8CD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Raum oder externen Ort festlegen.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3DD64-DB95-41F2-85E3-CE006C50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579ED-9141-4F8D-A6D7-1DA9AE32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DA1BD-BB89-47AD-BCE1-D34E7C33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Anfangs- und Enddatum eintragen.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373AA-B18D-4675-BF5D-3D78B24A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DEA5E-0F04-43E2-B5D3-33385558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E3DD7-5EBF-49A2-B9E6-855F79D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Start- und Endzeit kontrollieren.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7DD09615-1D25-4C04-B4FE-19E5A6FA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E0F46-7448-4CC5-9D9E-A724DD95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160EC-8F64-40EF-93DF-38F2FB27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4DDAE-D83D-4342-A4C8-EACF62E3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2566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Alle Pflichtfelder sind vollständig und logisch.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3DCE6975-2404-4134-A67D-78381978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EB567B-467B-4E1C-86FE-C4F42EEC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7000B-BF33-4624-8E3A-666F59C1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69DD1-A204-496E-85CC-35D2F129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2029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Ende vor Anfang oder fehlender Raum: Angaben korrigieren.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F3EB0A19-4941-40EF-AFE4-433BFE69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4346C-A071-460A-929F-AAB36584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0CF778-2530-491F-A3E0-D5181818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04CA9-6B5F-4C65-B431-6780384A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CEFFE8-4908-4125-9AAD-5BE12FA5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Gruppenformular · Standort, Raum/Ort, Datum und Zeiten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3A2D6-9338-40F7-A0A9-BF337258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3D306830-E965-4D64-8958-DE836E5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BED4316A-23A6-43A2-80A1-B73713D4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C0F6C8C8-C7E0-440F-AC78-AD185CD8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BF07EF-38AD-4919-8A6E-BF58CA3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C44772-69C4-42AF-92BA-22C8D3F3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E5F8F0-0A82-4259-8A1B-F83A59C6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97AC4A-70D1-4800-868D-EA3CB3C5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420073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75064d7614786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46932-88AF-413D-A4E7-6C75A984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04 · GRUPPEN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43D819-C166-4E8A-A07A-47E1390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Gruppe speichern und Erfolg prüfen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B0342-52A9-4D0A-AD0E-5549AB33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CDB66-BAB9-4CF4-9DE3-8ED57BEB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D5103-D1B0-4F4D-BF1D-2DA105DF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Gruppe verbindlich anlegen.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00519-F9F2-4964-B307-4B5DF302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66664-17D7-4083-B582-6F915628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Alle Pflichtfelder sind korrekt.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D17E1-297C-4828-BBD8-B63FE58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F9EF4-C75F-4D79-A03E-446F26CF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D6039-EFBF-41B9-89E4-AFC7841E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AFAC4-131C-4FC1-8C39-083ECB5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Angaben von oben nach unten kontrollieren.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8E34B-7DFA-48F5-9A11-C155067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3E820-FAB7-4BFD-AC8A-6EE9794E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CFA62-9592-4F08-B8AE-86EB99D3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anklicken.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17BE2-CAF9-47CB-8A7C-61239DDD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052E-9C1D-4337-AF43-596FF0A0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500F4-CE82-4002-8C8A-E3BE1E0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Rückmeldung lesen.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49CCD-2F4E-410D-B4EF-551310AB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DDC66-2C39-46BA-80E9-FE943F51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46E2A-51BC-4815-AC4F-CFF81F05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Zur Gruppenübersicht zurückkehren und Gruppe suchen.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948E0B22-ECBD-4C48-9441-FCD81EF5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66048-5466-4B5C-93F8-55C9E66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D123D-E6BC-4A66-9F74-22F7E1C6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68F31B-6573-48BB-8D1B-75D1F0EE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neue Gruppe erscheint mit Teilnehmerzahl und aktueller Anwesenheit.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B84B031F-566F-4284-B0D9-CA319EE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5FA6D-C10A-4389-91F7-66470FB3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80200-E440-4BF6-BB1E-567E141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FADFEE-AD69-4916-B45F-A8E5557D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scheitert: markierte Felder und Berechtigung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0D37A725-75EE-4828-B6EB-2094656C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E410F3-7A22-48FE-92B1-891F8A50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EA158C-A00D-4C89-A6B0-5724C4FD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F9D394-19E1-4AF8-9AEC-638937DD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312D6-3FD5-4B57-8201-8773832E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Gruppenformular · „Speichern“ und Erfolgsmeldung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15AFE2-6196-41F9-B407-511C1793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23C5C941-76C8-4399-AE08-334C1977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A0AF9CD1-8728-4864-84CF-E0AB95F8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50B83A94-744E-4BA9-B6B1-F91CDD03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30AF1-49EC-4039-A0F9-F6681B64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E6E077-96CA-4EE8-B8E1-739F704C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AC053F-07D4-4B1D-B7DD-9CE80BC7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6D1B5E-E07E-475E-9A61-769F40E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52741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73c07745a4fe6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3E991-B930-4EC3-9CE6-E5A17FA0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04 · GRUPPEN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7ABF40-0BBF-483D-B72C-B23C98C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Gruppendaten anzeigen und bearbeiten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1D755-E832-4763-A302-A6A9C684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964DD-2120-4CA3-B04F-1C18E1A7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93AB7-1467-4D5E-8037-E227675B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Änderungen an Anleiter, Bereich, Ort oder Zeitraum nachführen.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5745D-D003-4B49-97FF-473689D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B03B7-0879-4D72-BCEC-6EF781B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 ist sichtbar; Bearbeitungsrecht liegt vor.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F871C-CF1E-454D-996B-097B9E61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1A50A-0096-4769-A088-2FB66C5F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D073D-8747-4ED4-9C68-EDE96CEB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B050E-ECE9-426C-A4C5-94F68728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Gewünschte Gruppe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3970C-EA49-4118-9114-485658F1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B18C8-3F56-4B78-8C3D-B5BA452E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2A000-A79D-4122-8E2B-D5342131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Bearbeiten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C8F52-BBAC-4B2C-B446-4DAC6529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BBCC7-06D0-4E3F-97AC-A3B2C4D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C5C63-97D6-4B18-A3EB-9D91FDE1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fachlich bestätigte Felder ändern.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EB267-3A78-4E61-A470-A0F3BA3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37482-726D-4FE6-A047-88F4C12D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C2256-B160-453F-B185-E1F62FBF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und Gruppenkarte erneut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D4794202-F516-4A56-820C-C0CC47E6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8B5D2-F41D-4FC4-8126-8036DDF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F920AB-7F03-4DC3-BCC4-DFD31FEB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0A1FD-8BEC-40E0-8747-E1E8210A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29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Gruppenkarte zeigt die neuen Angaben.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A15A9294-BB7E-4FD4-8677-35118199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D4308-5FF0-4233-A8B1-6EE868D1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EE3D5-3A8E-4AF6-A593-D0275428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8C7D2-4E72-49EB-B5E6-71F47C5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oder Einträge passen nicht mehr: Änderung mit Projektleitung abstimmen.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74824AFC-3E40-44E0-B20B-C916F2AE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C890A6-251D-4924-B1D0-508590C0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5B865-391F-40ED-A99D-84F65AD3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32B1CA-7421-4CBE-AD60-0F5AFB7C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2D0DE7-C91C-47B9-AD46-D9612002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 bearbeiten · geändertes Feld und „Speichern“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FFC281-978E-4D97-8FC7-E674334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4495F43E-5760-4ADE-886A-A04ED4C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FC5F5E39-F113-4E87-977B-86647188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AC9FD792-3D82-4CF1-B9D1-B2C1B83B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FFF5E9-EE53-494B-8E12-3D2EC852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F4BD2B-EA58-46E8-9160-AF1CE4D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62DDD0-43E2-440C-B23D-2B51028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AA3525-02A3-4F12-BCA6-68CB778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9895514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c9e3160354426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53270-E64F-42B6-8AAA-EAD2DDF9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04 · GRUPPEN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B5D9F0-0C08-4E34-8AB7-90529A3A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Löschen ist die letzte 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9B3F7-B139-419D-96AE-B507524B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4DC32-3133-42D1-A7D6-53E06614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E52A9-DD39-44C9-92DD-533D8946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AFEF-109C-4535-8FF2-848144B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Vorher prüfen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BF320-FE28-493F-BF29-65DDE0F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Teilnehmende, Anwesenheiten, Klassenbuch und Auswertungen können von der Gruppe abhängen.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198AF-F8F0-436A-AF27-495E986C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95B47-28F0-4067-BE79-95B868C2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91CB5-1866-4D6B-9915-2EBFE09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Berechtigung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D3467-C510-4913-8ED7-015815A0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Löschfunktion erscheint nur mit passendem Recht.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9B5D6-0152-4987-8181-0B96C04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68877-A85A-491D-AD0F-60C78159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72C7A-5BBE-4ECA-B023-A9500540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Sicherer Weg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D3F2B-BF6E-4525-A6F2-2F1AC4CC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 fachlichen Änderungen möglichst bearbeiten. Löschen nur nach bestätigter Vorgabe.</a:t>
            </a:r>
          </a:p>
        </p:txBody>
      </p:sp>
      <p:sp>
        <p:nvSpPr>
          <p:cNvPr id="17" name="callout-Achtung">
            <a:extLst xmlns:a="http://schemas.openxmlformats.org/drawingml/2006/main">
              <a:ext uri="{FF2B5EF4-FFF2-40B4-BE49-F238E27FC236}">
                <a16:creationId xmlns:a16="http://schemas.microsoft.com/office/drawing/2014/main" id="{2E2F5912-8897-47C2-8439-AFE0B8BA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B8F9C-81E5-4864-88CC-92A6560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996C6-8E28-445A-A84C-E2E4C386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ACHTUNG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2E91F-58F6-4274-8E7B-C8CF04BC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 dem Löschen Gruppenname, Zeitraum und Inhalt zweimal prüfen. Eine Löschung kann Datenbezüge entfernen.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B7D2E-A2E4-4F78-A34C-8443BC24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BD942-AC4B-4ED8-A219-4942A9B4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21511-26B6-46CA-811A-8312BAC8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846700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A705B-2F36-45DB-BAA8-30782190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F7F3-A9FA-480A-B350-414E44F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ab421df0c4ca5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5D61B-18EC-4D6D-B48C-A3541140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84205-16F2-4FA5-B61E-249C351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TEILNEHMENDE VERWALTEN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B7D15-D726-43BC-B7E3-97C614F5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Projektbezogen anlegen, zuordnen und datenschutzgerecht pflegen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9FA00-3CDC-4CF6-9714-E25CFC3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A0087-EA9D-4743-8B27-17482EF5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DE8ED-7B76-4430-89FE-9595340A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69FA1-60B9-4E22-AAA0-08377864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426422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e24a52c32442f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3AF3F-0052-498A-B682-64F28E6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 · TEILNEHMENDE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C6F6B3-5D2D-4997-9480-03377228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Teilnehmende suchen und filtern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E572F-73C2-449B-82D4-BF7CFBC5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2CBD7-4CDA-43EE-BDC4-812A10F2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ED596-42F3-44CD-999D-1E196F80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Den richtigen Datensatz finden und Dubletten vermeiden.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56964-E62B-4A26-8C3E-913239AD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7405D-949E-4C60-98A5-C41C42F1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BvB Reha ist aktiv; Teilnehmerverwaltung ist freigeschaltet.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21347-F029-497B-AC60-9A7450F4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F8FC9-2F85-4507-9E1F-86158638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FA0DB-80BB-412C-9E33-AB7F3FAD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76D0D-E2E9-4031-B0E9-8BE944E2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Teilnehmerübersicht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96898-6C15-4593-B7A6-1D0317D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5CB9B-1A72-49F1-9E2D-2672789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CF77E-7FA0-4A96-92D4-ADDB9AB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Name oder ID suchen.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A2A64-5D8E-45E6-A11A-6C20724C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50580-0DD0-4564-A8C8-15BEAEF2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BC209-8953-4175-AFA6-108A8D4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Optional nach Standort, Partner, Anleiter oder Bereich filtern.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DB57A-A888-4434-93A4-4BB3069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470B9-6B0F-43DF-A27B-3C9550C8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040AA-69A3-4169-BF5E-DF9FFE9C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 einer Neuanlage ähnliche Treffer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7AE63427-0FFD-4538-B010-C953888D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B7BBC-1BCE-4438-A5AE-E14183B1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AA802-FFAA-4D92-99B2-476230E0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DEAEA3-B41C-48E1-92C3-E7323AEE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Genau ein passender Datensatz ist gefunden – oder es gibt nachweislich keinen.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72E52658-5FCC-4231-A454-9A8A4F0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285AE-CFE3-4D16-A759-64F4C8BF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F76A9-D1DA-42FA-BDC2-AEB0E066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2AD8A-0DAB-40D4-8E82-4EBA8D3F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Zu viele Treffer: Filter einzeln setzen und Schreibweise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7C7F1E67-0812-49CE-9137-EC295B1F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DA850B-8BAA-4BFB-97B4-9AEDC7C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38B5C-60AD-4E3E-B032-610ECE66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C03D20-CD27-4DDF-940B-D47D4B17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79E60-9972-44A0-ACB3-74F14613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Teilnehmerübersicht · Suche sowie Standort-/Anleiter-/Bereichsfilter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537D00-3FB4-4170-A626-EE515E41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A0AB98AF-0E51-40D2-8DE1-99498C26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B754445A-052A-4035-B481-C48E3EBA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1B5F691A-B760-4DA3-8D32-321A5ABA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198E7B-BDD8-4B85-9B9C-9E3F8B39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609409-8596-413D-AE9A-920DD92E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19A144-8C8A-433D-8722-996F560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BF018D-DA38-4B2A-901B-F44C0AF6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985547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ad347430e4a3d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B3DFE-09BF-469F-BF2F-D62A44FD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 · TEILNEHMENDE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A49AD6-A759-42F9-A314-22E88FCE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Neuen Teilnehmer anlegen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858A9-348B-43F1-87C5-79E10305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7E646-BF11-44EC-BEF1-5CD1D75A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6552A-9B07-49E2-9561-3D84C9E6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Person im aktiven Projekt erfassen.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58D0C-86B3-425D-AEC3-B4E96581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20571-5050-405E-BA2C-4F6DCCF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Dublette; erforderliche Einwilligungen und Stammdaten liegen vor.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F812E-609E-4CB3-B93F-9D1426F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D55CD-4636-4A43-82B3-E8EC79F9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B307C-6F8B-4DC9-86DD-AEEC8C08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82212-EE9B-4FC0-8746-D7827F8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anlegen 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5D98D-AA76-4A03-8A32-6ECBEE1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5E1DF-8E9B-40B3-93F6-FD8006A1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B8733-2AC2-4E23-A47A-0EA08165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Vorname und Nachname mit Test-/Originalquelle abgleichen.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708BF-2733-4935-9F93-D75788C6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D2FD7-4E95-4407-A77D-7A44196D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78F4F-AC28-4876-B970-0676B2B8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Geschlecht und Standort auswählen.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7C5A3-DF79-41B7-B149-568A7266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7E953-7E1A-4744-8A3E-633ECEFC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91A05-777E-4CF5-BE8C-0BC6944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Aktives Projekt BvB Reha kontrollieren.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0B2BECFE-ED96-4402-86CC-47197C2C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BF355-A79F-4A4D-94CB-B1059F9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36A82-8164-4146-80FE-2C5D4832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D053D-2A65-4CAE-A608-384B07FC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Das Formular zeigt BvB Reha als aktives Projekt.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AAFAEC2D-A40F-41C7-AE56-338DDF72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48783-939D-4FA0-83D1-5F727D78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6379C-09C7-45B5-BA62-7C5223E5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AE95C-115C-495F-AE19-6010CA72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Falsches Projekt: Formular schließen, Projekt wechseln und neu beginnen.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0867900D-0B3B-46EA-9F72-93C37DAB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78698B-60EC-44F0-A99B-CDAFAC0B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FA8E4-FE82-41B2-B3F0-84F9FAE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6A5EF4-94C2-46A5-BD90-B48CA54B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C7267E-B756-4E95-A2F1-7A92286E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Dialog „Teilnehmer anlegen“ · Name, Standort und aktives Projekt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9F6FC2-A66C-494F-A24A-DBF003B1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C11AFF02-0E46-4E10-BAE9-C752AE3D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8C10CD09-A38F-4660-91C6-6CB41AFC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5276B272-2B37-49C0-8436-FF5D92F8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04EFA3-E2B2-4936-BE2D-63E7947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59464F-933E-465C-B789-BD5B227F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5DD6D1-3C6E-4E77-8D70-8C61683D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F07C14-793E-443B-9094-D9BC82AA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928216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23291908e494d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E9AF1-474D-4C25-A53E-66154D9B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 · TEILNEHMENDE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452151-0EB6-4690-A237-80A28861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Pflichtdaten vollständig eingeben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83117-5B30-4460-A942-E834F96F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DB037-2805-4BAB-B87D-570502AA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E54FB-2A3E-4173-B832-D0402D99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Einen verwendbaren, eindeutigen Datensatz speichern.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2F0B9-A433-4C2C-AA84-DE337713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840FF-FA3D-49A8-A606-0C72A32C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Projektregeln zu Geburtsdatum und Adresse sind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0C5C0-3FAF-4D82-9208-C9E4B1EB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78F45-17DD-402E-AE43-83DAD116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64C3F-2070-432E-940A-FD8CCFC8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4F13B-E9D2-4965-A6B7-14D472EE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Projektbezogene Pflichtfelder ausfüllen.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61842-437C-48BE-89CB-54440A35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0E255-5625-4172-AEF8-20BF767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198C7-03A5-47A0-A833-928A7921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Adresse nur in den dafür vorgesehenen Feldern erfassen.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DEE4E-740C-46D3-89F0-8F497E22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925EB-C84F-4FE7-B54C-4C1F0678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1B454-F986-4195-923E-9E0657A7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3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BOP-Schulfelder bei BvB Reha nicht zweckentfremden.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40D4B-20DD-47E9-A0EC-89525AC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5037D-E918-493D-AFEF-EF3482F6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37A99-6499-41C4-B7E2-64788763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Hinzufügen wählen.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428E6311-C932-41D2-836B-E9258EAA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FC122-D68C-4FFE-A221-240EBC82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DFD60-4B5D-4761-B36F-AC8089B3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A7896-11DC-4E82-842E-02117FF9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Datensatz erscheint in der Teilnehmerübersicht.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F3567D01-B546-4817-86E5-5BE0E27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265F9-7FA3-4918-B7E4-E9EE737F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E1B86-A565-4EDA-BE55-23CFFB40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86138-3849-4DAD-9E9D-DBAABACB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Validierungsfehler: markierte Pflichtfelder ergänzen; keine Fantasiewerte eintragen.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EA489A90-0C60-46C6-87E6-579AB6D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D87EB-5B9B-4B77-8A7B-B6A8A978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966A3A-3F85-411E-923D-B45BD4A1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9C3ABB-2A03-4F0D-B723-E249532B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A25E5-A5C6-4D21-B59B-F9056F9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Teilnehmerformular · Pflichtfelder und „Hinzufügen“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1546C6-9C9B-435A-80CD-36D4150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76E74223-158A-4A80-AE7A-C218694D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73C8834B-5AAE-4F80-8191-0B590D32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752AA5E7-A3C7-4A7C-8C61-CDB21824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4E3EB-8D87-48CF-9C71-F6B3BD83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483202-56E1-4307-88F4-DABE4E7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B06A94-35E3-4530-8BBD-D9FE191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E85903-E92A-4404-BBF3-5DE14CA2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292034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4ac66012d4298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26494-2392-45B0-8D62-FA2ED695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 · TEILNEHMENDE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C98250-4E64-421D-9272-82CE87EC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Teilnehmer einer Gruppe zuordnen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75B6C-37A5-4097-B60E-FF577ABC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0AC71-FEEA-4694-8B50-2B71823E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F8A14-C2D5-4709-BE63-FCA399EE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Person in den passenden Praxisbereich aufnehmen.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F5E9D-4B14-47B3-A815-7FE0D05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803C5-FF2F-4DFE-99B8-9B9593EC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und Zielgruppe existieren im aktiven Projekt.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EA103-F526-4990-8D2B-F364C60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4734D-A75E-4BCF-929E-1B02588D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1A89F-030B-436D-AF02-5D091E5D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7F51A-F73C-45F0-B3EB-E0EC2A2B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Zielgruppe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4E35D-3ED4-4E0F-9D38-8875F949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F73BC-48A7-4DA0-880C-6AF0E13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CB4E9-2EB0-4918-B95B-385956F5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hinzufügen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773A2-63D7-4789-94C2-6157BE4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3E769-9F12-437B-84E1-2AD782A6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CDE30-509B-4013-AC66-92A6A509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Gültigen Von-/Bis-Zeitraum eintragen.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43AC2-5D38-4A33-9D26-0D6FEA44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E17E1-71E8-481D-8D95-F1E263FE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0AAA8-5570-4BA8-95F0-A2B65C1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auswählen und bestätigen.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6A0F4B8C-26D9-4792-8FB2-54A9BB2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53D80-4556-480F-89A3-EE8C664F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1061E-E83C-4749-8F0E-FCA398BD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04E3E-5CE6-4758-86A9-46D4120D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Person erscheint in der Teilnehmerliste der Gruppe.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72CDD938-8D35-496A-9BBD-A85DD62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7CC0B-5C94-47FD-9C2F-D3DE52F0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4B17F-0F04-4690-996B-0790F127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2FA7E-1385-4F32-A3B2-9B09400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fehlt: Projektkontext, Zeitraum und bestehende Zuordnung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2584339C-1543-4DCE-A3AE-A2C071D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B0376-9BDF-4BD2-85C2-6510A8C5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6299F-FB76-479B-A786-65D2A528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FDF417-2F73-44EA-888F-37B0F75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89C00-B78D-4A4D-A94D-29FC9D18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Teilnehmerverwaltung der Gruppe · Zeitraum, Auswahl und Bestätigung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033236-137B-4B3D-8803-D034E16C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AC8A2FD4-CACD-40C1-87D2-C7ED70D3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42C35685-1C50-484E-9966-D4788A1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E2454C7-8EB3-42A9-95F8-179A2180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BCE455-BC54-4317-A45A-B097DC01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F993CA-BC21-44C9-A916-1180A42D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298FDC-5DE6-4D3E-8DA5-A72CEC2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D9E4E7-19FC-48A0-9CA3-A8636E7F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190683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5b6df9e384fd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703D6-E779-4858-9E45-7DF4BE7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 · TEILNEHMENDE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5B1864-DB7A-449A-B1BE-8C7652A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Daten anzeigen und bearbeiten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3AB01-0DB0-4968-BF70-C187CE3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DC549-FB94-4459-A18B-D2E07322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604EA-E1EB-4928-B1F2-C2C5E88B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Stammdaten oder Projektverlauf kontrolliert aktualisieren.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7F410-6F97-438C-ADEA-D1529F04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01F1E-197A-4052-8B28-026147C0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richtige Datensatz ist eindeutig geöffnet.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D239D-8C5C-4800-9E61-73697E47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3975E-D5F6-4A83-8FE5-4F22E80F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90DC4-EA23-48DA-9E09-5341065A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62E98-F2A4-41B1-8D29-3FAAF254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ID oder Bearbeiten in der Übersicht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D22C7-0EAD-48D9-B012-04ED6FF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38912-2EB6-491B-9D61-9467D26C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695A1-5854-4672-AF53-CABA1EED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Passenden Profilbereich auswählen.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AF846-0C1F-4232-90FB-15B78BFE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B5F07-275C-439E-AC12-B361DE3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7D526-4944-48C5-98C8-53AFA3A6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bestätigte Angaben ändern.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E11BE-E0DC-43E3-A501-8D88B7A2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A48D4-BA77-4A75-ADA8-8896907A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075D1-F2A7-457A-96E5-10E8D82F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und Rückmeldung lesen.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E68D8942-E8E3-44E5-9055-DD92D75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92CE5-DD49-449B-AD45-B2A17E49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2334F-3D9F-43C7-A59E-A39F7AB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6288D-8625-4B4A-8F17-CF875C7C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geänderte Angabe wird im Profil und in der Übersicht korrekt angezeigt.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EA624A84-3D22-431E-8AEF-0D9DD0C3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39B04-23E0-41F0-9BB3-6DD3CD2D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B16CC7-4EEC-43CD-B641-842725D3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BF50B-969B-4C1F-AD64-30BC45C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718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fehlt: Profilbereich oder Berechtigung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FEB30D5-F482-4F11-8201-134C3404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F80368-0382-4919-B1CD-5E9F2686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64D67D-47A1-4E4D-B942-64D80936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2806C-1527-4818-AB96-F1B4F7F0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752E0-BBF6-4BD3-9A42-F006494D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Teilnehmerprofil · Bereichsauswahl, Feld und „Speichern“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D70A11-E83F-46BF-83AD-62C2B0C0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A8749CD0-A7FA-4A98-BB42-D0EBA824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C3873C46-D50D-447C-8211-233A4D0C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161218BB-99D6-4BF6-BA87-35F0DE5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131A3-BE04-442A-A3F1-4D8AF753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A3FDA0-B337-440A-A0EA-97C99EFC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09ACED-22CC-4CD1-9956-7BA644E1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75F54D-7F67-4A6C-9A07-9148147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9125479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1413356c341c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0B75D-620A-4705-A93E-87401D98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 · TEILNEHMENDE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2DE80C-AA4C-4CBC-A063-805AEFA2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In andere Gruppe verschieben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5181E-433D-449B-B523-1218E9C1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4A206-6F1C-4C26-B3C8-A88821BE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50461-47EA-407E-A7A4-B6CEF3D7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fachlich bestätigte Gruppenumsetzung abbilden.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8D970-CDB8-4793-9D62-F4CCF334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9AC19-97BF-4907-A39B-0B77FFE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Zielgruppe und gültiger Wechseltermin stehen fest.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99818-0421-4C48-9522-C8228CB2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F541D-E0E4-4C02-8DFB-5D7D6719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74C05-F0BE-490C-A208-A4A642AD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F1944-427D-4685-ADC7-9A940A6C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Bisherige Gruppe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DAB7B-D4FF-4C30-AD7D-656B92AB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EC7ED-8128-4209-972C-42BC144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D4EC9-3705-4869-973C-4ADAB365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aus der Gruppe entfernen – nicht den Personendatensatz löschen.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8A6F5-0ACC-43DA-8AB3-FF83012C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3EFBE-6FAF-4263-BB58-DEB67B3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B2562-7AC4-4F41-BABC-65ABB9E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Zielgruppe öffnen.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7109B-07E5-4019-AA6D-F38E8F8B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59FEB-2EE4-4658-B08F-57D0460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A1E1F-C6CF-4A40-8A61-6B967405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mit passendem Von-/Bis-Zeitraum hinzufügen.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853B1B16-145E-45B9-BA05-9BD1B655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92CFD-2385-4635-BF15-5E2DF5E7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37B3A-7D83-4FDF-A291-CE120FB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34BE3-3182-4890-8D55-527D7C1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Person erscheint nur in der fachlich richtigen Gruppenzuordnung.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B9B7E4F-181E-4834-B968-4760577E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57EBCB-CB5D-4E2A-80E4-B09DD1B9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72936-9C61-4B0F-BFBA-46CB3F1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B6A27-CDC5-475F-B646-2475DDF5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Überschneidung: Gültigkeitszeiträume korrigieren und Anwesenheiten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BB406155-0E00-4945-98B4-DB50631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80C325-0346-40DF-B1BB-7C19499E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57069F-35C0-488C-979A-4FA464D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78B0F2-1A5C-4910-BB1D-0206DCA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82661-2E59-402D-98E1-1D809F3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Gruppenansicht · „aus Gruppe entfernen“ und Zielgruppenzuordnung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04C013-EDCB-4D2F-AAA3-279F68AD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A7AD8BFB-536D-454D-93FF-5C509927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85499F16-4E98-4C12-938D-E45CB370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14921BAA-5328-4779-8C21-8407B1AB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B05EE5-87C0-42BB-8C64-DFF407E8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5CEF4C-7C6B-4DAC-82CA-58726011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DF8BB0-49ED-4D57-913D-D3C69F51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6252B5-4532-443C-9BD5-86E3E39B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854636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2e97daf0d48b2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00A55-F549-4E23-8AD2-75C77F1C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05 · TEILNEHMENDE VERWALTEN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9FE65B-629B-447E-88AA-6AB79508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86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Dubletten, Lücken und Löschungen vermeiden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AD40F-503B-4C50-ACA8-F2C5B01C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3992-61BA-4358-B886-2DD01F16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0FC62-9303-4E8D-A449-5421D3E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FC86F-FFF0-48B8-99E6-F3AFEE89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Dubletten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815FE-43C3-4AA1-AC8D-6D92401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 Neuanlage nach Name und weiteren erlaubten Merkmalen suchen. Eine Person soll im Kern nur einmal gespeichert sein.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BE910-8994-4458-B0A4-90F0E5D4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64D8A-D67E-4D98-B191-6C8D854A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5366E-792E-4E39-8D58-9F45FBE4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Unvollständige Daten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524E1-C068-4A41-86B8-D476597E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Fehlende Angaben offen lassen oder fachlich klären. Keine Platzhalterwerte als echte Daten speichern.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E2402-CD3C-4B59-B115-CE20E62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4C15F-1730-4B87-A9B3-28B7891E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15718-35F5-4BB1-B3A5-92F6DCE6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Löschen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A576D-9725-47D7-8B50-68B2257A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Aus der Gruppe entfernen ist nicht dasselbe wie den Teilnehmer löschen. Personenlöschung nur nach Berechtigung und Vorgabe.</a:t>
            </a:r>
          </a:p>
        </p:txBody>
      </p:sp>
      <p:sp>
        <p:nvSpPr>
          <p:cNvPr id="17" name="callout-Datenschutz">
            <a:extLst xmlns:a="http://schemas.openxmlformats.org/drawingml/2006/main">
              <a:ext uri="{FF2B5EF4-FFF2-40B4-BE49-F238E27FC236}">
                <a16:creationId xmlns:a16="http://schemas.microsoft.com/office/drawing/2014/main" id="{0B36D662-EDDD-47AA-89A2-A1326F3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1548B-6C37-4737-BCBA-1F0503FB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0F241-5CE4-4541-9B01-B025C530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15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DATENSCHUTZ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9B219-E7D0-43C4-8490-7EA63B97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Daten erfassen, die für Aufgabe und Projekt erforderlich sind. Bildschirm und Exporte schützen.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F2A38-7E7F-4618-920D-14116E67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01B40-F910-428A-A18E-E68DE2E1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861F5-CC26-4D10-ADFD-4565DBBB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4627319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4E79D-0053-4227-9F0A-7E7D874F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6CF60-3AEB-4B6B-990D-B25B4353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d834c9b994da9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B9422-348E-4A7B-83EF-5B140832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17346-2492-4F3A-A0C7-AC4BAA9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65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KLASSENBUCH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4E192-3C4E-4408-979A-EB6381FF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Wochenberichte dokumentieren – Anwesenheit getrennt in der Gruppe pflegen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A0426-10F7-40CF-ACDF-B4401F9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2854B-9375-487E-BDFD-C7527D9A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A5D08-DCDD-4B6A-B8F9-378EB10C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CB9B5-D642-4CA8-8B30-A86FBE55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206311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32643fafc46c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518E3-BD36-4882-81F5-94FCDCDD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 · KLASSENBUCH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F1B6E5-E6C9-40CD-B87E-8D2A6578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Klassenbuch zur richtigen Gruppe anlegen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358F1-960D-4FAF-84A2-5A47B992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536D0-7335-475D-9EE4-5A2B545D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50691-E7FB-47BB-945D-910AC404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Prüfbare Wochenberichte für eine Gruppe führen.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1D32E-45C2-4A79-85A9-95ED8112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0AE4F-BB76-4B19-ADB8-50049338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Klassenbuch und Gruppenverwaltung sind im Projekt aktiviert.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A3ECE-F18B-4ED0-AC98-5940C92E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A221F-4933-4F3D-AFC4-4B4091A1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6D076-1110-44E2-B0B1-A1CD064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EE27A-2C79-451E-BAA1-3826C723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Klassenbücher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0E325-C5EF-4306-9000-76CBD20C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8CEF2-CD1F-4E0C-8986-25E0928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40879-3060-4C60-8356-882986D2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 auswählen.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132B8-BDF3-421A-B90A-36174F7A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F709B-2D52-4811-A3ED-1FBEAE28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A428E-52D9-4D23-AD2A-D7F25E0E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Klassenbuchart und Schuljahr prüfen.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F7002-8F72-43CA-8AD3-F210D6AC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26667-899A-4ED1-941E-C40FF6B1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28ED6-4E27-4D73-912F-FA10623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Titel kontrollieren und anlegen.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C117D5B9-C43C-4EB6-B024-79A28DF5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7DC3E-3885-480B-8748-EA11E25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EA254-7CC4-443D-A36C-13864801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755D1-458C-41DA-8B40-FEF7DC4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Das Klassenbuch erscheint unter „Vorhandene Klassenbücher“.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07223053-DCDF-4124-9E94-85E2C592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03574-5112-4D4C-AE94-968CA92F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736B5D-288D-4DA7-9036-420E3E3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175D1-1546-4664-881B-537B5334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892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 fehlt: Gruppen- und Projektkontext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4695E9C5-A4BA-4034-99E2-14F06806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70AFC3-6852-454A-814E-682D16A6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CA5CFC-8160-43E1-A4DE-0F2BF7B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794890-9216-4A70-AC22-BD63314C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53B186-02BD-466B-A2C5-DC24524B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Klassenbücher · Gruppe, Art, Schuljahr und Anlegen-Schaltfläche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782CC-EDBE-4C1A-9172-4F8CB90A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99CC4E82-C998-4503-8F16-17DA8D3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24D2CF8E-9BD5-4FF3-B9E7-38004976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A8A39082-C30F-4292-8C18-A072BD07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E87870-BFD4-4F44-BF9D-7E773CDB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3023A4-6C7A-4FBC-A3A2-5ED7DE8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4CEBA8-6AE4-4624-83D9-1E121177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CE6064-530A-474A-8422-A6E3AA36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4872454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89cb261a84c45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065FB-0751-424F-8C8D-614EBBB3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 · KLASSENBUCH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04BDAC-A131-4633-8B0F-FF52E41E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61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Richtige Woche und richtiges Datum wählen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07E46-5A4E-41A6-B483-640083D3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FB7E1-E504-46A0-B86F-217AFFB4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9B802-182D-43F8-A0E9-EE8DE10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Einträge dem korrekten Zeitraum zuordnen.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5D625-209F-4259-BB15-19BE1C16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15C74-4B74-4ADA-9952-4CDE4E61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Klassenbuch ist geöffnet.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A314E-8B85-4A94-B2B2-CE0B311F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C7B6E-FAF2-40B7-BD4B-029AE250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B1284-F6E1-4551-AD2A-CA18B265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61487-F3D6-41F1-A25F-5E890652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Passenden Wochenbericht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FF0C3-C197-4411-B019-804D728F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77DC0-425E-47BE-9250-366F2ABE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8DB99-E02F-4EF6-BD44-2BBF868A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Kalenderwoche und Status lesen.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1B2B8-80DC-4E94-99A3-1955040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C4E9A-1396-4C65-A72B-D517A3AD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0D543-43D6-4785-84A4-846BC36B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Im Eintragsformular das Datum auswählen.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E9C7E-37FB-4927-ACA8-E10879B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1EB73-2515-4842-B12D-7AA1EDA3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EE7FA-D717-4B85-98D0-3A89F7EC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Stunde kontrollieren.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78582C93-B1EE-4B93-B223-92B5999C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4508D-9EE4-4963-9053-600B14D5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80924-9660-4FEF-BE38-A17B5272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30CF3-AAD2-4ED7-AC04-EFB80014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Kalenderwoche, Datum und Stunde passen zum dokumentierten Tag.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56B70D76-1065-4C68-A216-B4E283C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B4FDD0-4C20-4C3D-A65C-F37BD00D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1EB20-795C-43DE-914D-EBB8FD22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C892D6-B233-4FE1-9448-A68A2133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Falsche Woche: nicht speichern; zurückgehen und richtige Woche öffnen.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28B7E0D0-2F5E-410B-9A53-81AE668E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A33E2-A37B-462B-8826-76DB2794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195B6D-8849-449A-8FB6-15CB66CF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401175-9E79-48DC-813D-54C5A803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9B3B6C-5FA3-466C-8F84-4B044C91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Wochenbericht · KW, Status, Datum und Stunde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5279A-C66E-48C5-86E1-D8324F5D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82DF2B68-57B2-4F07-93BD-EA598407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8C70D9BD-EEE8-4C85-B4A8-78524875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3438403-92E7-4654-B032-01D59426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ED3F6E-1A6A-43E6-A244-0552CCD7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524A5C-CA81-44BE-8497-F1111BB2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A690F0-EC58-4FA8-B405-B8B7422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59F23C-63D7-4015-B749-FB8A7D4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96148140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5fc7c3af1469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6458A-638B-461C-A717-C1677D8E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 · KLASSENBUCH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BA94E-5848-4AAA-8CF2-192848C3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Tagesinhalt dokumentieren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06412-4824-446F-8FAD-60101813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5A8DA-2712-41FC-A2BD-A9791EAE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500D4-8568-40E9-AD8E-4C1336DC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Tätigkeit oder Unterrichtsgegenstand nachvollziehbar festhalten.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6F56F-CC93-4FC1-9FDB-44D29F2F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250D3-940B-43AB-B4EE-F5B0631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Woche hat Status offen oder korrektur.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D11C9-D79A-470D-BA8A-4F6B323F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20301-D953-4A9F-9E1A-75FA7CC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12B2B-5EA0-468B-9626-0A15D60A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495CF-6B7A-48A5-BFE9-5427F5C2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Fach / Bereich eintragen.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39925-CBAA-4BC8-BC95-685B707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97600-8E54-4A56-B73A-D6E8179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658CB-A781-4590-BFEA-7630F89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Tätigkeit / Unterrichtsgegenstand kurz und konkret beschreiben.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5B3DD-C1CE-4265-85F6-C4510B3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CB77E-F9F7-4F3B-9A70-4A85F55F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16054-4905-4CCE-A8AE-3C06EDFE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Signum nach interner Vorgabe eintragen.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8DF49-7781-421E-B38A-504AB8F6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716C0-665F-467F-B0DA-0D0FE941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C485D-7F89-4160-A06D-90B3E2FC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0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 Bedarf Azubi-Nummern und Bemerkung ergänzen.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98C13705-6C88-4A7B-8B31-9EC966A9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91CB1-BDEF-4E9F-A649-2A39742D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9C177-95A1-45EF-8A55-0229911B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43543-A919-462B-8787-785DE0EE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Eintrag ist sachlich, datumsbezogen und verständlich.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7545B45-4AF7-4AD0-876D-C930872E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853A5-F78C-48A3-AEEA-F54F30A1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A209E-9F66-4512-900A-D2209D49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ADF29-2D04-4FF5-BF6F-96309DD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Zu allgemeiner Text: konkrete Tätigkeit und beobachtbaren Inhalt nennen.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C1B77CB1-C75E-4963-9C18-E2E9233E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7BB47-AA50-4B19-9387-B93EFC2D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3098C6-0819-4B92-BAD1-4AA91FC5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DF4051-2478-4715-B75C-AB855B75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08C37F-1B1D-45EF-BBE5-7FC320C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Eintrag erfassen · Fach/Bereich, Tätigkeit, Signum und Bemerkung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5E1105-59B2-4C06-890B-506169D1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D4245468-15BD-4811-ACCC-E82B4C6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44FAAA18-BA61-43B0-B7D0-71E8688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47FE1DCD-0439-45A7-BC40-8F748EA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A84A8-CCA2-4AE5-B3B2-67743F71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719162-F30C-4951-9A46-C105FAD2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3B8C6D-A38B-4BFD-845E-24CC36DE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69630-77AC-4C97-960A-BAD3641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86080422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5d282cd9e4bc8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66B09-9948-4BDA-8C2C-63E1358A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 · KLASSENBUCH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E804E9-C9DD-45FE-8ECC-38A8A4B8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74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Anwesenheit in der Gruppenansicht erfassen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E7686-ED7A-447F-8BFF-C2C1DA53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85955-A9DF-4B45-A5E4-68352BF3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45667-DE61-408D-A65E-D1A79D5E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Anwesenheitsstatus pro Person und Tag dokumentieren.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FB979-B96D-4BDA-BCED-45EFC81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8A2AD-E820-47C6-B469-C06366D7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passende Gruppe und der richtige Tag sind geöffnet.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A8A70-EB83-4202-80D1-849FD64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A28A9-F954-44C7-AF9C-9F5421A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E8BE5-D704-4DEE-9A44-C860C2C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45381-506D-4FAB-96B9-7C6A0D98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In der Gruppe Anwesenheit verwalten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6C447-1210-4A18-8E86-4B96069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8CA5D-D4CA-4978-A1D8-ED113A79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6A1124-BD82-41DD-8998-4BB8D92D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Datumsspalte prüfen.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A9884-A904-419D-A304-4D908BB0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1A9CF-47A8-438B-8CE5-0A15380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6E2F4-51F6-48F6-9DD8-9E2B26B9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Status pro Person wählen: anwesend, krank, Kind krank, entschuldigt, unentschuldigt oder Urlaub.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A7C91-BCF1-4589-9533-5916C548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9FB58-FE62-417C-98D7-5651FCA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7778B-CE01-4E0E-83AC-DD1F8AAD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bei sicherem Stand speichern/wechseln.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C211BE7F-E262-4A2C-9744-069AF9FB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B0BB9-F7D7-4F51-85A2-5E7236B0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50099-7FD6-4560-8AA8-3EC7C8A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AA498-FA8F-4F99-B8F3-7B3FF7E1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Status ist in der richtigen Person- und Datumsspalte sichtbar.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F33E377C-00EA-4D81-B465-7841F0D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5B1056-1321-4781-8B6D-49756CB0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8F443-289C-42D5-B6A3-CB97AED5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14668-DBE5-4D24-8611-B07D2A16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Falsche Person oder Tag: sofort korrigieren und erneut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845692ED-379E-4B29-8C24-AFDB740D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D1885-F6B4-40CC-8D4F-BECD14C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637D04-2A4F-4FE7-A9E6-7553F3A7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C901C-4A2C-4766-BAF3-6759B8FB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889EEE-00C9-4F53-8154-05EEBCD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Gruppen-Anwesenheit · Person, Datum und Statusauswahl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7A6CA2-E757-4C89-B526-3BC93C9F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47709825-C97E-4F10-8023-A143E967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DFF4C4C1-9B18-4BBD-A150-38D33E75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813F916A-4936-4107-A557-1627AB9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5A0A23-6752-482E-A414-1826ED28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6527D4-9B16-4B98-A18B-ADA6568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068BF4-0616-4E75-8E7E-773B17D6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ED94FC-2AFC-4DB5-AF01-75399D1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184334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f47a2120f4842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5D45B-1D3F-4959-9E88-070E020C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 · KLASSENBUCH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F46782-73AC-4EE0-BFF0-7092EF9B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Verspätung als Bemerkung festhalten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A2CB0-81F4-4414-B38C-A8CD8C7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F1C6F-27A2-42D7-A3B5-9610E39E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27031-24B8-41CE-BFB0-4FC31AF2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Verspätung nachvollziehbar dokumentieren.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5A157-61C7-4AA2-AF1E-337B1CCB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B8C1A-C243-46AA-A08C-3E3F0C22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Anwesenheitsstatus und Zeitpunkt sind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37EDF-8F8C-4176-863A-A228E63A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6F48D-728A-4746-98E4-812C1DF0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E7B8A-15D0-4FDF-A60E-8A73C90D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58DD7-FEE4-4122-B0A9-32DE86A9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Passenden Anwesenheitstag prüfen.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50DA1-8263-4FB2-B05C-542527C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54058-9E45-4265-9076-7EE1EF0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D6404-096B-46D1-9D94-520BBC18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Status nach tatsächlicher Anwesenheit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7E20C-FE58-4DD5-89BF-726D8E01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33A25-9919-4D6F-BFCD-5E6608BD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011D3-58FC-43C8-B324-37871EE6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Verspätung mit Uhrzeit sachlich in der Bemerkung dokumentieren.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1B65F-7AB5-4B7C-A625-384921E7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33257-7136-4777-957B-94F1066C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03E6F-CB69-45B6-B8C1-65B4A81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Wertung oder Diagnose ergänzen.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E9430BE8-6A9F-4134-B805-580C502E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19EAA-36D4-446B-88A5-1859DB53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26AFB-AC1B-42D6-B5D3-854DE3B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92A0D-E521-43A4-99BF-B9A03E27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Status und Bemerkung ergeben zusammen ein klares Bild.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5768A7FF-90DC-4F6E-9EA7-8AFB03D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7A899-EF4C-4D2F-AB20-344D2AD2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DFA59-9EED-407D-BB23-7C4D6C2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8A5E2-4E39-4C6C-8C88-3F65D71B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 eigener Status „verspätet“ belegt: keine neue Kategorie erfinden.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9EEB58A8-9562-4B96-A705-9AC960A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B4DA3C-B0CD-4A52-A04D-B3540EDD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58168-B07B-4FD7-A3B1-07501A98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F4F059-3399-4173-8000-0BD65263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AD807C-A838-4390-AE64-43A9DA55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Anwesenheit oder Klassenbucheintrag · Bemerkungsfeld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C58DBE-8866-49BC-A44C-84276AE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99094728-7DED-496F-8DCA-DCD94123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AA16EF48-D840-40FB-924F-97786317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F6A9823A-35B7-4D02-AD4B-9F4650CD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73949E-A7AC-4D1D-806A-74EF46BF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A6B851-452E-46CD-8B18-97542FC7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48472C-6A75-463B-B896-D5ECFDA6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FA5E64-6CFB-4DD0-8DBD-177AF03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45146376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c1e68e0914968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467C8-1CB7-4D7D-AE74-1C4FF1C2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 · KLASSENBUCH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B6A04A-2AE3-4E2A-9CF8-47F23BC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Eintrag speichern, bearbeiten und prüfen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AB69B-2C45-4591-98AA-AC383BA5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48E06-766D-4F4B-B24A-206260E6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D80A4-2D86-4350-9293-53F50497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Fehler erkennen, solange Bearbeitung möglich 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481CC-9442-4C45-BB16-71D9C5C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2E3FD-5D88-428A-91F8-3ACB282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Eintrag ist vollständig.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A67D8-B2F6-4F1F-ADAC-598219E1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90208-2F31-4931-A632-025376CC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99EEE-FC06-4391-BC8A-8B36AB50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743C7-35EE-45BE-8675-F8404EFB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90B81-55C5-40A4-B1E0-112F40D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10B79-1701-45CE-AC1C-8E4E9EB3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BD459-0FCE-41A0-ADF2-499DC39D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Eintrag in der Tabelle wiederfinden.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4DD3E-B824-4B47-A901-CAB7164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C64E4-D700-4A78-B9FE-FB7A0B5D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A82A7-936E-4951-986B-D2A0493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 Bedarf Bearbeiten wählen und korrigieren.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5120B-C462-4B77-A84C-C959F4AA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750DB-449E-42A9-B9C5-28A91B8B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1F20F-7E46-4F8C-80B7-4A12FCAC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2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 Einreichen die Woche vollständig kontrollieren.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51482575-31C9-4AE6-B0BB-F104B33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23D24-057C-44D1-B4FA-572DEEAD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EF93C-120B-475E-941D-B615C6A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EB9A6-A3E8-4CF0-BE1C-00B79AFD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Eintrag erscheint in der Liste; Inhalt und Datum stimmen.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0E4212F9-C50D-426E-8653-ACE5DA6D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1455E-49FE-4CB9-86FB-AC367D91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1B2A6-4430-4CFF-A3DF-C29CCDF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E7AC53-751F-4C40-B344-FB213DAC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 Status eingereicht/gesperrt kann Bearbeitung eingeschränkt sein.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036A0FFB-5A81-4F36-9E66-FB80CAAE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D52547-CBC2-47F5-9744-A23B6B0D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4B7583-1A55-4F0F-8289-0DA2845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1FB8E9-F859-4987-A304-5249799A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907986-D19B-4DF7-BB22-31066886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Eintragsliste · gespeicherte Zeile, Bearbeiten und Wochenstatus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E6CDA0-0891-4151-BAC8-FFAB7895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BB154735-5CB6-4A5D-9F56-01A56858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5D573435-4AE6-4ECD-837E-1AA0743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C157E16D-A939-4BDA-A033-A2E42CA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9FCA0C-048E-4807-99E3-844B90DD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AD0FF-B90E-4295-89CF-EA628C0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D7FF50-7727-4F7B-991D-D411F6D2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416E98-AE4B-4074-BC8A-818C30A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0029919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60a3938d54b0e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02C8C-7D3C-4521-BB00-5178DAA6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06 · KLASSENBUCH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D98FC5-2CBC-47D3-8A74-27F4878D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Wochenstatus schützt die Dokumentation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F0F26-07DA-4D8A-AA7C-E73562E9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43B6A-333F-4DF0-AD1F-00BAC5D4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D232-8E4D-46AB-8CAC-5EFFACB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61845-927F-4393-B204-7C45A1F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offen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C7226-9343-48EC-8C41-5F3AE65B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Einträge können erfasst und bearbeitet werden.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C1258-7B7C-4F93-94CC-FC46082B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51967-3480-407F-A832-E0A9E553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0DA28-664D-4E77-A500-85B614B9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eingereicht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BB8D8-C8A0-40A8-B6EF-23A024F1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Woche wartet auf Prüfung; Änderungen sind eingeschränkt.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09DA8-8BF8-44C7-95DF-10BC0043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788A8-E6C2-46EC-B8D0-6194BBC0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A260A-2D67-468A-9F16-9A61F02E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korrektur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32BED-2E96-4FF2-818E-C1C495EC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Rückmeldung wurde gegeben; Einträge können berichtigt werden.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BCC03-B681-4511-97EA-310BEE59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AD645-912C-44EA-B5F1-C8590778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29A55-5D47-4A2C-9D3B-6A89416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gesperrt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C561A-C1D2-4835-AD48-98567994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Woche ist abgeschlossen und nicht mehr frei bearbeitbar.</a:t>
            </a:r>
          </a:p>
        </p:txBody>
      </p:sp>
      <p:sp>
        <p:nvSpPr>
          <p:cNvPr id="21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FB81D3BE-0EA4-4C2A-A70E-73A7715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E5C08-68FA-4AF3-BEB2-1D3E35F5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A76BF-3502-4B1E-B1BE-8070C5E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81878-157F-492C-9BD5-4CA50B1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Korrekte Datumsauswahl und vollständige Einträge sind Grundlage für prüfbare Nachweise.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3420D-C265-43CD-AB53-B72C837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40ABB-C1AF-4144-ADAD-04C41EA9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F6190-7D54-409A-BB05-6ABA743C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99693359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13D7C-644C-4BCD-8B5D-9528D08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82674-331F-45B5-9F41-1155D5F8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f65989a094b2f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B0870-5AF8-4284-9B4F-6389A131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48E69-7A89-4CFD-9177-A80CA2A8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BEREICH HAUSWIRTSCHAFT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494EB-7F06-4450-85F5-4F57D525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Praxis über Gruppe, Anwesenheit, Klassenbuch und optionale PA dokumentieren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57AB7-03A3-4981-B7F6-7381D01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84CEE-0FE0-42AF-96D3-FDA8B4AC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378A2-8615-4846-9296-F932FD8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46991-070E-4AF4-A72E-1DC3198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09947819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4a27d49f74b0b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76FDD-68D7-4952-BAF3-F06F6129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07 · BEREICH HAUSWIRTSCHAFT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358073-7FBA-42B3-9AB5-533142FD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Hauswirtschaftsgruppe öffnen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6627E-8FEB-43D6-BBB2-5BA774AC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67F23-53C8-4872-8C4E-AF5798B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54815-8A83-4C52-8590-B165657E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Mit den richtigen Teilnehmenden und dem richtigen Zeitraum arbeiten.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0A72D-6F9E-423B-8B0C-59BDE0CD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6614D-757E-4360-A150-87A8D37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Gruppe mit Bereich Hauswirtschaft ist angelegt.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9ACFB-F1A6-46CB-BF51-91588DF4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13332-284A-47B9-AC06-1E8FBB1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A8559-D8D3-4D99-8422-14E212B3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EC59D-8453-4CAE-B6E5-85769C4C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Gruppenübersicht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0A02F-B7FD-422F-857A-F3999A09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E147F-3998-43AA-BFE6-CE81DC94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B77EC-7869-4BEA-87DB-A700E49C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Hauswirtschaft suchen oder Bereich prüfen.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45924-A23E-4F78-A3E2-25B8E7A7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93DA6-D2C5-4B83-AB55-9C108304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19B68-F643-4B1C-A583-957A93D8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Zeitraum, Anleiter und Standort vergleichen.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CA238-1371-4D26-AF23-435F75EF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1FFE7-DE26-416D-A708-2C447E02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04895-2427-40EE-A455-8476E47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 Gruppe öffnen.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0A898735-B8DC-47F0-8139-4BFED45C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8799E-1D76-4BBF-9429-0C7982EF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5018B-7C2D-43FA-88CF-2137DCC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354C90-9E71-4C57-8BEB-E9ECB0B2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In der Kopfzeile steht Hauswirtschaft mit korrektem Zeitraum.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7B9EFEE-3A99-486B-8E8A-CE7795D7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94A73-9288-4550-A358-7EB6F4F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0BA69-1FD1-4E35-BB49-5176939F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10EAC-9D3C-403D-8253-85CBA15B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Bereich falsch: Gruppe schließen und richtige Gruppenkarte wählen.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90D9330E-F033-4834-A77E-BE310EA1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91A4F-97D7-4E01-B1DF-3E97CC22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05AE84-45CC-48C8-8062-7DC06E57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A93015-DA15-45DE-A395-B4719AE5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3B85DA-C64E-454B-AA20-24630F0A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Gruppenübersicht · Hauswirtschaft, Zeitraum und Anleiter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CEE415-F21D-4D67-8C19-982861B2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1E34FCF3-75E0-472C-A67A-6CED5B9B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BDB89D7E-5ED3-4114-A3FF-9C71B066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5480A18B-B61F-4AE7-B9A4-08F1465B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D7DA8A-42D1-4AD1-91E4-AD047637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52B1F8-2F60-4C14-9CD6-0A8AB38D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78A6E6-BA25-43F3-A386-D4E4C1FB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844740-D9F9-4C9E-9305-2AA8C9C2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48829509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41df10e8f459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9992D-DC27-4C8D-B302-78858905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07 · BEREICH HAUSWIRTSCHAFT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5B966B-9EDA-4E3C-A16B-3222F292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7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Tätigkeit und Anwesenheit dokumentieren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20AD4-FCAF-4331-AC9C-B7A4DD2D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4A0A2-75E8-45DD-B376-735BC9DB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924A2-4960-4F2D-A264-123378A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Den Praxistag vollständig abbilden.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4ED69-4412-40D3-AF86-A22712A4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7D23C-824A-409E-BFDB-E4F71BC5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Hauswirtschaftsgruppe und Datum sind eindeutig.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0FCB-A329-4282-BFF6-3CE4B57B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6387C-501F-4132-853E-B1D821FE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5E5AE-B3C8-4AAA-AEC7-1A823ADE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4AAD1-DCFE-4170-88A4-140CFE17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Anwesenheitsstatus pro Person erfassen.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25D1E-E9F2-4FA9-A195-C0A2271F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1D85A-4E98-4771-8F9D-09E8186F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4A3E4-94D4-497B-9326-8DC25C8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Klassenbuchwoche und Datum öffnen.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9CA21-4A43-494B-928F-7D2AC00F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BC3F-0088-47A1-8B7C-E59C02F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47534-FC5A-4816-888A-2414B1B9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Tätigkeit konkret beschreiben, z. B. Arbeitsfläche vorbereitet.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3431A-4EDF-40A1-A766-016B6A4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1D3C1-C837-40D6-881D-BF3CE2B6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EB032-E771-4FA8-A0BC-316BD34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und Eintrag kontrollieren.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06D099A6-4715-402B-8E1A-EFF4FD9A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4034B-E02E-4858-8259-5130F479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34E21-E8AF-40F6-B5E1-C285AFD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2D00F-63EE-4837-8109-DBE465B3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Anwesenheit und Tagesinhalt stehen am richtigen Datum.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D7FDDF74-E53B-47A2-99B4-B9CC0C03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65890-CB2C-4FC5-9B86-A0B0DB19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3B055-0232-42A3-B4F7-75A36F0D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75077-F433-4661-AE3F-319E5E8C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Sammelbewertung in das Klassenbuch schreiben; Beobachtung konkret halten.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410312C8-C462-4740-80AD-01911049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8A39EE-988C-4CE9-A70F-6A593BFB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415A74-BF3F-4353-B6FE-8639FAB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387D0F-4BE2-4154-8A15-E03BE88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5EAA60-1280-44DF-B960-69BEC594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Hauswirtschaft · Anwesenheit und Klassenbucheintrag nebeneinander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2FD2F-790D-41D1-9C3B-DC8F6A29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4FE685B2-74BF-4DFE-8FC3-451B9D8C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657C8276-1A48-4620-B97B-96B0E4B3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2E501BF-47AE-4F65-90FB-9E29F1F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AE49C3-82F7-4EE8-BB22-BDBC3A36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942107-D413-40DB-A87C-F0203ED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2865E4-989B-4509-9856-AAE67CF0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4036AF-551D-405F-9F2C-96D8B3B3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81142288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596231dbb4690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515B7-B673-4CBB-A3DC-27587AD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07 · BEREICH HAUSWIRTSCHAFT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56DA01-290F-4832-8EA8-4508AAA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Beobachtungen und Fortschritt festhalten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666C8-BDA2-4E5D-ADE2-3ADB3788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B8131-3DFB-4BC4-A7E2-8E6F5DDC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5A1B0-4534-4742-AC28-A9856D46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Entwicklung anhand beobachtbarer Handlungen nachvollziehen.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E1800-687D-4D93-A5BC-54E863C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8C571-87AF-49B0-900E-72458FB9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Beobachtung ist fachlich relevant; PA ist bei Bewertung aktiviert.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63F8B-48D5-4F5F-B750-25C6DEB6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D7803-09DD-45B4-A065-8CF6D8FA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590E8-F334-47D9-A58A-BA77ABEC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4BDB3-D601-4CFF-AD5D-88FBB223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Beobachtung sachlich formulieren: Verhalten statt Eigenschaft.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3F8A7-4D95-409D-943D-EF442745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B8D00-9F33-4F9C-B50A-68ABEF06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46136-979B-4F70-819D-C632DC9E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 aktivierter PA passende Kompetenz und Stufe 1–5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7F1A1-DCD8-435A-993B-6441FB64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4066B-7F4D-423C-B4F8-1E2977C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53FD6-7099-4FAA-9C72-91921923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Kurze Begründung ergänzen.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39067-5953-4298-9E98-7D6BA19F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6BA1D-515C-4012-9A45-F42649E9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B0A94-294D-42DF-A60C-E1DEF7CD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Späteren Eintrag mit früherem Stand vergleichen.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D92B6518-7194-45FB-AABB-08B68236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B3234-E25B-41B2-89D0-4E39E920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CF75C-A827-490A-9880-78DEF0C8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3D24B-9B41-473D-A67D-6EE2B1A3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Begründung nennt konkrete Situation und beobachtetes Verhalten.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5F376F73-A638-47E8-ADAE-4C2CD76B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404A3-33D4-4C3D-B34C-59C6E4BF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E2C34A-9510-43E5-B4C8-150D0A28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BF456-8941-47B6-BDD0-23DB0E81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Wertende Formulierung ersetzen, z. B. durch „Hygieneplan in 4 von 5 Schritten eingehalten“.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FAABD49-2EEF-4F8C-8123-B1A21502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F85BE-A281-468C-BB62-8DA68BDC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894ED-1D45-4AC8-96BA-83B2023F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B00C53-6841-45A0-9229-69D87F8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9C070-BB39-4E98-9481-BD31CDB3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 oder Bemerkung · Kompetenz, Stufe und Begründung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EFE292-97C0-47C7-AA01-679DF60F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511EB51B-D92F-4FA5-BB5A-BD52D66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BB1C3B21-2E64-48CB-A3A2-98907887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2052D1D7-D850-4421-90B8-1B3AF5C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5A3A32-2924-4461-8518-C7BDC4E3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9AE282-FAD6-4A57-B732-C20B1EDF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C2ECF3-E76F-41CB-A719-3B9A821B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84F405-5BF7-4013-9F14-0F775503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01140585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95573-C121-47D4-A836-CFD01021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06B2F-15E2-40BF-8A92-3B819E4F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6b9ca3f724158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9BDB0-5162-4CD3-A199-5BA4CEE5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44C5B-3077-4A0E-AF55-CFB406F0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GARTEN- UND LANDSCHAFTSBAU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D07CF-4BA7-4C5B-AF60-4EC2E3CA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Praxis, Arbeitsverhalten und Sicherheit nachvollziehbar dokumentieren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6E9A0-8015-4025-87D9-FD9B5C47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49DA9-007E-40AC-9221-7316CE8D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6AB92-4E08-417A-ABBA-DE8682F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62D57-EA59-4EEF-BC2F-F477EB04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211022281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3dcc46b664076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B614A-C4F4-4A5D-9026-583631DE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08 · GARTEN- UND LANDSCHAFTSBAU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51751-2BB4-4231-AB76-FBCA009C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GaLa-Gruppe öffnen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E3A8E-FD0F-492B-ADB1-E58B5F8F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92FA6-88ED-41BE-A1EA-631C780E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575AF-0E00-4FB7-9866-5AA2AC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Mit der richtigen Praxisgruppe arbeiten.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5F57D-67E9-477D-92EC-EF4A258F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8D91-0D62-400B-8AF0-AE5C06A6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Gruppe mit Bereich Garten- und Landschaftsbau ist angelegt.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F4F9B-A9E9-454F-8047-8F38747B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EE0E9-0D9B-416A-AEB4-EDD55AE1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B2851-EB0B-40ED-B473-E56147F1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10B9E-1B2C-404A-852A-45FE727B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Gruppenübersicht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93CE8-C73E-4D75-9FB7-D66F8AA6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17D54-0174-4E4F-85A0-2B82E804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FE7D8-CD14-46DD-8022-C5E7B0D1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Garten- und Landschaftsbau suchen.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98C4E-315C-4F9F-B7BD-3ABAAD8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9BFD3-2854-4B2A-8746-0486F391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0576E-5F73-417D-A041-E47CE4A6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Anleiter, Standort und Zeitraum prüfen.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400D2-FBD1-48BE-A9E4-E980B5D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67595-C9D0-4580-A108-0347030D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B12FF-F80E-471C-9D0B-CF7FAA92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 öffnen.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39E5853B-6337-4C41-9E53-EEAA3F60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3280B-C21D-45FF-ADBF-C4F036A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5C8CA-3CD7-4DD3-88C3-269C8BFE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3C4C8-E0C7-4D85-9C71-7F5ABE0D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582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Bereich und Gruppenkontext sind eindeutig.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F90CB57C-2535-4697-ACC5-FE0D328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ADCB44-EFD0-4196-8FE2-7992B4D4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36585-F502-40C2-A78B-3D5F8DE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C44A3-4AE9-479E-96B9-E0A62F03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Gruppe sichtbar: aktives Projekt und Berechtigung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9808B5B9-4D96-457E-B7C5-F92ABB4B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1B7D8-FDD3-4BC9-91A6-A4DB3E1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A7131-B0A1-40D0-9E23-3D78C3AB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E1C7DD-9526-4A33-8CF3-D51854D9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2B0136-8607-4E6B-AA09-560E9972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Gruppenübersicht · GaLa-Gruppe und Gruppenkontext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81B63C-1F01-4968-B760-4EF4B315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66F2AECA-FB41-498F-9DBF-89061A57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94D55062-7DEC-4F97-8B5A-C79EAC5C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2E67B09C-C66F-4C46-8A7F-ADB1729C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060928-0746-43D0-BAFF-FF6243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01043E-28BC-4169-8810-6AB99AB4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789B5F-B260-40ED-BCC3-234F1AC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77CCD3-0E84-4FB4-BF29-2A4B2FCC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2967260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9988500544404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FF8A2-B0E7-41F4-A5C1-8D874127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08 · GARTEN- UND LANDSCHAFTSBAU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4BC160-9736-4376-A9F1-6AC44DE1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768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Praxis und Sicherheitsverhalten dokumentieren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FDE8F-F59F-49ED-A242-E15C700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B14B2-CF34-466C-ADA4-B4673889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4C8D0-12AF-4DF6-8F6B-779099B4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Tätigkeit und sichere Ausführung festhalten.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888DD-A3B2-407E-8F5B-BE540076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AF437-A8E8-4800-8E0E-C8807B38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Tag, Tätigkeit und Sicherheitsvorgaben sind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659E2-AC8F-4E85-A551-C40F3939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211FB-DC70-49CE-81B6-72583635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9B24B-7276-44D7-99D3-DA1E2F5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89B68-B13B-4B0D-AB2A-4F8B909E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Anwesenheit erfassen.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B14D5-750B-4CDC-8ED8-291F57A9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F4B83-6278-4ECE-93F1-0042BAD5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8C6DC-3D05-48FC-AA83-188A81C7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83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Tätigkeit konkret benennen, z. B. Fläche vorbereitet.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E35F4-D069-46EB-855A-F975999A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2C512-CD63-42D3-B6F2-229AA95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BA332-B897-489A-885F-A66FE49A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Beobachtbares Sicherheitsverhalten nennen, z. B. PSA genutzt.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164B1-19C0-42DA-AC24-1A2808E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E29B2-5251-4560-B3FB-8B2B111A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A3559-5FCA-48E3-A725-BD278BCB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und Datum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53909145-0C52-4941-861E-B391EF3F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41CDA-BCCA-4537-A197-4D509AE5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8880F-F4CB-473E-913C-4F465475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DD2A3-D6E3-407D-8DF8-0718A7C6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Eintrag nennt Tätigkeit und tatsächliches Sicherheitsverhalten.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9AF1F416-FFE7-409A-81B6-0EEA4913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AAC38-1F60-47C9-8F28-DDE43419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75C21-3DFD-44A4-B438-741F0910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23B760-1B93-4EAB-9F22-905CCF0B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pauschale Aussage wie „unsicher“; konkrete Situation beschreiben.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27B19FBE-CBF6-4A1F-836F-DA5478B8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98953-7B3F-4BB4-AABA-368EBF6A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027D7F-D074-4FE4-8D98-62961ECE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911F96-F5B7-42AA-9F15-126535A2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99559A-34AF-4F6A-AC10-01D196B5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GaLa · Datum, Tätigkeit und Sicherheitsbeobachtung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07640-EADA-4D66-9355-DCA0E8C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C5EEBCB6-8F01-427B-9CCC-6D0863F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31630114-D60F-4F7D-B34C-FCDC320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D691FAA4-3DA3-44D8-BA3E-E75D9C48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F1186C-B4D9-4223-811A-AA45B54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EB9D8-8C40-4EDA-8821-EF2BDB8E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5BFE31-F82E-430B-8E3C-8BB282C8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94569B-6AE5-46FE-82DE-50DC0A6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54945270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9fdd433af4827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38775-DE81-4422-A7A5-8D2D75BF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08 · GARTEN- UND LANDSCHAFTSBAU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076205-3861-449D-B462-FE380331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32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Kompetenzen bewerten und Fortschritt prüfen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1EEB1-C11D-4D7B-BFC6-6E389D66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84C5F-B23A-48D0-8A06-E28EB04A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2B8AA-E002-479D-9E6E-E1065F75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Fachliche und persönliche Entwicklung nachvollziehen.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10393-58A1-4503-B764-F9ACA248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46E10-A0F6-4D4F-AB33-65B7853C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Potenzialanalyse ist aktiviert und Bewertung ist beauftragt.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7CDA5-66DE-4CC4-8F03-E53B5FF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AFA41-0DD5-4B9D-B463-514D55B5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85226-770F-4698-8365-F5CAB242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3A82F-9D67-4AEE-875A-F2246B1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in der PA auswählen.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0C876-AD49-4067-8D3E-178DE28F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C49C5-3F47-48FC-8540-0766677A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953BC-714F-4262-9477-7B428413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 Kompetenz und Stufe 1–5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BD637-BD31-4DDE-8045-753F80F6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4A078-EC7F-409B-A875-3E2EE453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1B4E6-B746-46C0-B500-ABBFA59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Beobachtung kurz begründen.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2F8DB-FA70-4B5C-9E58-BD3E9211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3C9FA-250F-45BC-BEB2-123901B5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E8D58-C262-4292-B4C6-3705D68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Spätere Bewertung mit vorherigen Einträgen vergleichen.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BB0826A9-2216-45CF-AACF-2BC42D3A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6524D-F261-4C4D-9C2B-CF3D9D2C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AB25B-62DD-4249-975A-6ED7ED32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698CC-ED17-482E-82A9-FD698E11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Stufe und Begründung passen zur beobachteten Leistung.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0AA982D9-76F1-431D-8405-D8228135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3A0D9-BAD3-49DE-84CE-03BB8E83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AD3DC5-0AF1-4ABF-9270-9CEB64C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0DE1E-D55A-4002-81CF-7D764978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Sicherheitsereignisse nicht beschönigen; sachlich und ohne Diagnose dokumentieren.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2A6FF5BB-B2FB-4EC8-965E-4AE848B0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87F05-FD23-43CE-8D1E-4C4497B4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C6761-5121-48AB-8069-84A86C21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FB7EA7-9CAB-4053-B34E-3E50A0BA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A13899-9680-4976-B774-8BFE9D13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Potenzialanalyse · Teilnehmer, Kompetenz, Stufe und Bemerkung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6992ED-9903-45E8-8668-9C94F5A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8D81469A-F646-4EEC-ADAC-A72996C0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8ED40C84-EF56-4533-9CD5-209CFD99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3DC14ED0-6BFF-409D-9168-D8B365F8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B836FE-FBB7-440D-83C8-CB533EE5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A3ECA4-256D-4E2C-9121-FFDE113B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72D38F-94E5-4CB7-9675-8508F1A5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8DEAFE-C421-4966-9138-BF3B2DD3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86390738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1B631-6D88-4F3B-9056-B7002CB6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54BA4-945A-415F-A8FC-9934CA07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956c8767845d6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69736-96EF-4F34-932F-006342F7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59C4C-DC9D-4243-8303-97FE5AC3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BEREICH LOGISTIK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B747D-0F9B-49ED-A015-E30B9836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Arbeitsabläufe, Genauigkeit, Ordnung und Sicherheit dokumentieren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B236F-C7C8-461E-961A-F0BD2138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4F4C5-23F5-41A6-B61E-56B137B1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AEBA3-58F4-4D41-B638-3ACFCCE0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B13B3-961E-4C78-9B6A-0AFF025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42495450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ee739fec5493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9465E-5356-4DA9-B52E-FC138BF1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09 · BEREICH LOGISTIK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1B3B86-B02E-4924-8028-312FA678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Logistikgruppe öffnen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2F64B-EC25-491E-A4F0-DD9AF7B7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8F028-1502-44B9-A458-43BC93AF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E4099-7A34-4FF1-8A2C-93C8D4F7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9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Den richtigen Bereich und Teilnehmerkreis wählen.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195D7-5AB6-4621-BF56-D3461489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FFC6-AC9D-4457-8090-7E62B29F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Gruppe mit Bereich Logistik ist angelegt.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B734B-9C53-4B8F-ADBE-804ED73A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57B2B-FCFE-4B06-861D-FC8C9B7E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B91B5-F5A6-4541-8585-06C3119B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297AE-5492-433B-9FA7-F9822313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Gruppenübersicht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D36A3-29B5-4212-8955-BF6CFD0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0756D-7C79-4C91-9C8C-4A76ABFD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4178D-3114-4B8D-B6C8-1CC0527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Logistik suchen.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BBB90-018D-4CA4-A733-5C81A840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20892-3696-4650-AB39-A04E3C0D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AB0A3-689E-4D3C-8442-2084765A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Zeitraum, Anleiter und Standort prüfen.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E820F-3B53-43C1-B8B6-15B3CF7E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83644-BE09-472F-B680-F17A1BA8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6220B-10E4-4298-8E5A-42ABCBF2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 öffnen.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81DA5768-0068-48DF-87DF-26D16619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C48D8-FF2F-4734-BDAB-7606F89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EDBFF-BD1F-476C-B8D0-2FB0D9A1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133F8-1ADE-4650-93F5-2AD1F50E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Logistikgruppe und ihre Teilnehmenden sind sichtbar.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00F859B2-63F2-456F-8014-9258416B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77E20-9DCD-4F94-84B6-2CCC8DF8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0B453-8F47-4732-86D9-63D2EA5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CEBE6-A8DB-4883-B666-74D982A9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Falscher Bereich: nicht weiterarbeiten; richtige Gruppe wählen.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77DA1643-FFAB-4CC2-9817-9030AD2E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0E8DA-2CFE-44CE-9F7B-C863CD23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167CB-A1B7-4877-B37A-54AA5EB9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2F5174-9D24-468B-ADF6-AB5F071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3D2B7F-7092-49B3-BF56-3DC68A77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Gruppenübersicht · Logistikgruppe und Teilnehmerzahl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23F5E-7E7E-49A2-A907-F796D5AC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A5C1F481-1AFB-4461-BBE0-55D3F43D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0C1B43FE-23AD-4985-98A4-52A7E95E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FFA9A410-A4AA-458E-83C5-1D49CD44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0A1C5C-48B3-40AF-B4D8-28235BC0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72DE4D-2377-4558-B83C-650CFD4B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AA8E7D-447A-43A3-AE10-928EA315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B408BB-CBC7-45F1-95E3-697DF9A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11135879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19c50cd4b428b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A287A-FD4A-4B30-91AC-F72857F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09 · BEREICH LOGISTIK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20C501-912A-4FF3-9F67-BC4658C0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Arbeitsablauf und Anwesenheit erfassen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D7CA8-E2D5-4C3A-BF0B-3FABFFC9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77932-A3CF-4937-9698-767440D5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A643-DE66-4C4A-8582-1E1C3EE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Den praktischen Tag nachvollziehbar dokumentieren.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97DE-1608-447D-BA7A-CB38DE5C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83C05-ADE8-4441-96A4-2F5C271A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Aufgabe und Datum sind eindeutig.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FA9F6-E30D-4FD6-89C1-F24F545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2DC41-671C-42D2-A4CB-6A4A46CC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FCCB2-3C87-4FB5-A7E5-2D1D743A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7581D-48FD-453C-B2A4-1D36149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Anwesenheit pro Person eintragen.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73A7F-C555-47B8-AF39-E5F085F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59442-C35D-4458-8652-F57D1558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E8153-937F-46F7-8E27-71458258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Klassenbuchdatum öffnen.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FAFDD-A562-4897-8609-B30AA9C2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47844-BFCF-4CF7-8036-39D3A6C5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D637D-6B82-4486-9377-B8C64402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31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Ablauf konkret benennen, z. B. Wareneingang geprüft.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F0164-2FB2-43B8-9DBF-5EBF2A93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FE56E-930D-4E87-B2F2-E1D6BEFF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9D17B-D368-4B68-AACF-BBC03D17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Mengen- oder Zuordnungsprüfung sachlich beschreiben.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149552A0-3861-485C-B892-F9FCBDCB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624B7-6DEF-485E-91A8-8F27ED4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EFC5D-3858-46DC-93DC-C32085E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FF608-CC61-43D2-9220-C42C59D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Tagesinhalt und Anwesenheit stimmen mit der Praxis überein.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7768B983-9D18-46B8-AC94-A694DB42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743B5-FA68-4749-B6D8-52E7AB80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3778C-9937-4F4F-8C31-5900EB5A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450C8-9CCC-44E3-9D64-CDCEC08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vertraulichen Kundendaten in freie Bemerkungen übernehmen.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14B18DFD-311C-46BB-92FB-50E0304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A1D6A3-21A8-408B-98CE-0F532AC8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A3526C-633E-4E5E-9E6D-A400BB05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06592B-D72C-421C-B15A-9A6AD98F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C0A70-A495-4610-B40C-2D3DCC56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Logistik · Anwesenheit und Tätigkeitsbeschreibung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009E34-F207-42DB-9712-323D7E37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BA505019-40E8-48F2-B05B-BEC68D4C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A4CE3A0D-F7CB-48B9-8404-3B935011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5AF73007-9B8E-40BC-85D4-B8CC99C3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CEB8B7-CB92-44ED-85BA-C116F0F9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3149E6-CFF3-40EC-9FFE-52B286BC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11112D-6489-445D-A15C-07F8FBC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AE6E55-423D-45E4-B692-ACF92171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86141463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c5aeba37049da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D0245-7099-47D4-A8DD-925731F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09 · BEREICH LOGISTIK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A4F491-B36B-4506-8AB3-E372634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Genauigkeit und Sicherheit bewerten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3719C-2560-4E1B-8B79-5BC6F417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FC0D0-69D6-4312-AC46-47713610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BB3B-BB20-47BA-9E65-784A4434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Kompetenzen anhand konkreter Arbeitsergebnisse einschätzen.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52F5A-970E-47D3-B7C4-93FC6851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EBC2E-4287-48D4-929D-FD7EE6D3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 ist aktiviert; Bewertungskriterien sind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7EBCA-7C97-4296-B249-E6C9342D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45AF8-1AAA-4C58-BCC5-2767264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69077-81C3-4EF6-B697-D9261C51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ED378-FFA7-47AA-B3F3-E09BBBDE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auswählen.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89F5F-CDBC-4A36-99C7-1B345B2B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A073B-9C87-440B-AE25-F85172A3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47CA1-A3BB-40DD-A6A6-051661F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 Kompetenz öffnen.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A917C-302F-49A3-8328-EFACCA36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32798-2181-476E-BDA6-71AD3EB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BFECC-258F-4CED-9DE6-D82B9504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Stufe 1–5 anhand des beobachteten Ergebnisses 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01B44-518F-4F0C-9695-10865DE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A40BB-BA90-417B-97A7-AE6F57F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1CE6F-7730-4032-A30B-1502AAA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Begründung nennen, z. B. 18 von 20 Positionen korrekt zugeordnet.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D756A2D7-2F76-4F1E-9AE0-0F55C8F2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5FE71-B508-47D5-987E-0264076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251DD-D4CA-4062-A024-CB2A1C38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AD6F9F-4DBD-45F1-819D-350BCD87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Bewertung ist messbar oder durch eine konkrete Beobachtung belegt.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75B4EB10-4F31-4385-BC17-4E58B937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DC288-C096-438E-A745-B80B70B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2F1F7-D2C8-46F3-8A86-9AF5D416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03DEA7-5961-4D9D-96B2-713E0A90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Nicht aus einem einzelnen Fehler eine allgemeine Eigenschaft ableiten.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4205556B-DA00-4729-9A98-1F72DB05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69E38B-0E34-4EBB-8EE3-9259DD89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E55A4-E827-4A99-B4CC-E1FDD3D6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80D4CB-B54D-411A-AB3D-D94C9C63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E28802-B395-445F-ADFA-F95EBBD0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 · Kompetenzstufe und sachliche Begründung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7D8068-EE4C-48BF-B54D-D95AAE9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71A443E4-F5F9-4B0C-B43E-62358565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12782149-F921-4833-89A9-8103682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7823F592-36C2-43D6-8487-B628B92E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A2DB21-B682-492E-80FD-A02F9474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A6DCA0-69C7-4CEF-BB4C-AECDC45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DDBC2-5689-4F36-A924-CC2660A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09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F367B7-775B-4626-A1E7-0039FF5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89347883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88AE2-F7D4-43D3-9A00-35BBD883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6E69C-B814-4566-B72F-051B8E9E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ac17c36904ab6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1EDA6-D498-4259-B784-B560ADB3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2B407-0CF4-40C4-8EFF-81A77595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POTENZIALANALYSE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8BE40-6A4E-4B02-AF8C-B4775528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Selbsteinschätzung, Übungen, Kompetenzen und Bericht kontrolliert bearbeiten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7C249-94CC-4DA2-BE1D-00F8F8F4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47D05-8EBE-475C-B424-7EEBA09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6A661-8AD7-4B9A-AFBA-D339B213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7A92B-7D47-4C3E-94A6-D178BA7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52295796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132e678d24567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B3298-8B0E-41B5-BB23-F85FB6EE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2B4A8A-C32A-4BA0-BCEE-AAF9BA4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Potenzialanalyse und Teilnehmer öffnen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1B41A-77A9-43C6-AB6E-C0DE4D2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47BE7-04F4-4D57-9A50-ACEBA01F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AE64A-CB3B-40DA-8119-9EEFCBA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richtige Auswertung bearbeiten.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2B133-AA2F-4F8F-A04C-D75ED1F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2DDF2-BB2C-414B-95D9-B6DAD38C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 ist im Projekt aktiviert; Gruppe und Teilnehmer sind zugeordnet.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8EA3C-4EA7-435A-8395-E3BE09CC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A65D2-13A7-436B-A480-E5DAE3C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68804-928A-42EA-B4A8-9A719F1B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EFA1B-602A-44ED-B04C-FC82CCE3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 Gruppe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01A79-9473-4D79-AA2B-669670B1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11CDD-5876-4D43-9308-19B999BE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FE429-FFFF-45F7-9CFF-1553C53C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Abschnitt Potenzialanalyse aufrufen.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37E8A-1C3B-4925-90EF-FD75AD1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37737-AB02-4ED1-A0AC-A4BE1A4A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F4FA4-7941-41F2-A2DE-4EF7099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aus der Liste auswählen.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24F44-B2BA-4829-B1E3-FBFC22AA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FEAB0-AF1C-49EE-A524-0E2F740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A8D76-E534-4169-9573-2F42A256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38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Name und vorhandenen Bearbeitungsstand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580F9754-8BD2-4849-B397-433BC47E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0D7BB-39CC-49F2-8BE9-6A514721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76CA4-4FA7-47A3-89FB-4DF9B3B2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89527-AC0C-470F-8ACD-2A1C880C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gewünschte Teilnehmer ist hervorgehoben; Eingabebereiche sind sichtbar.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08D1A6CE-C23B-4F4E-93B4-1FDA5EA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A160B-54C1-4A2A-B937-1DF4A04F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FDC37-F9A9-4BD3-BA82-0C29F4B8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8DE2BF-2B32-4122-AB8E-58BCFED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4661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 fehlt: Projektfunktion oder Berechtigung prüfen lassen.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9D4FBFC8-763F-437A-A537-761659CA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D50EF-CA51-4AEF-83B9-3C3436DC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565F9-46E9-4E09-BF64-29A13D4A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C858DA-93A6-4609-BAC8-45E3CAAC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5FDFBE-2E1E-4F70-97EC-C8C61F7F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Gruppenansicht · Potenzialanalyse und ausgewählten Teilnehmer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917CCB-C8BC-4CE1-9C82-382906A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93E7BBF2-AA30-4D21-BB09-EB3BF88C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EBB51F45-0A3D-44F9-8175-D9DDCAF5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AF460DB1-4F9F-4F36-85FC-A84DD5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BCC6E5-0466-424A-84FC-4C50FBBC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857958-5248-4E92-8DDC-616F32BD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C18B17-E502-4EB8-AEC5-9C91E9D6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26FD79-0540-446C-BF92-03976F3F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07698734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8112a7eee49ee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E1A3D-D673-4EF2-9F6F-7A4948A9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1795C7-B0C2-4AFB-8EEA-8E42DE37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05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Bearbeitungsstand vor der Bewertung prüfen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3D0E-35F6-4DD8-8422-32D1F620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BDA77-E712-42CF-BC4B-DB0BAE47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46536-0549-4F4F-9D13-B4A0D4D3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FF8D9-E4A1-4BEB-9DBC-9F4ED12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Noch offen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29E5D-A53F-420A-A722-64D33F9C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Fehlende Bewertungen oder leere Felder zuerst erkennen.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7D65F-959A-4EE1-A5C5-02590502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10B82-B0EA-4EE4-B8B1-10C961E7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24811-8EC4-4178-AB98-7CFDEA27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In Bearbeitung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DCC47-14FA-4214-A618-7D856703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Zwischenergebnisse bleiben bearbeitbar; nach Eingaben auf abgeschlossene Speicherung warten.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45244-0EED-41BD-8C18-9C32ACF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66362-4906-412C-9F1E-61F05073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4AECC-F969-41BC-B262-72AC019F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Bericht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B65E1-F9AB-4289-8611-5BB0F97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Status und Berichtsfelder zeigen, ob die Auswertung für den Export vorbereitet ist.</a:t>
            </a:r>
          </a:p>
        </p:txBody>
      </p:sp>
      <p:sp>
        <p:nvSpPr>
          <p:cNvPr id="17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2302F5FC-A15B-48AE-97F6-3C8633B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A80CB-6B14-451A-B7FE-DCB945D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B99E7-3930-42FD-8EC6-50EAB29E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79F3F-5D43-4123-9ABF-726363E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Nicht allein auf Farbe vertrauen. Teilnehmer, Werte und Berichtsfelder vollständig prüfen.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1D73C-20EA-472C-83C2-3755B3D4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84342-7B91-421F-A932-B1DD58E4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D886E-4450-4BF1-8903-8AA540C4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4806890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787342acd4d1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30493-D4D4-4871-8E77-DF36067D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2DC693-58F5-436A-BC0B-0589C349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Selbsteinschätzung erfassen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ACB56-4ED1-4E66-A2AC-2F82390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E6CF1-4370-4069-9F7D-3489500F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EED17-BC7E-4D3B-9B1A-9E5EA6CB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88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Sicht des Teilnehmers getrennt dokumentieren.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25775-E5C7-43C8-855B-A9424D01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908F3-7BD4-448E-AB5B-D877419C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wurde informiert; Kriterien sind verständlich erklärt.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23697-C7CC-47CF-ACAA-857A2BA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C5B06-463A-4DA5-A200-A70951FD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BEE80-53DB-46E1-81D9-3BFE8E4C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7A11D-175A-4210-8D09-AA40F41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Schritt 1: Selbsteinschätzung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318B8-9B5B-4CD9-904A-DF351D55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5EB4D-2552-4950-A98F-E99BF21F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7EA42-4061-4959-BDA0-1E449302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 Merkmal eine Stufe von 1 bis 5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72BDB-3890-4C08-ABBF-B2356F3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9384C-0265-4B3B-93EE-68D11B71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98716B-736C-484B-B08D-ACEC50FC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 Bedarf eine kurze Bemerkung ergänzen.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01F9F-EF98-46FC-86A4-AE5EAA6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FEF62-B106-4D8F-BEA5-1318F66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C54F8-9774-4C75-B46F-69ADECE4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Speicherstatus abwarten.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15FC86E4-B8A6-4C07-9B17-D6B766E6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305C6-46E8-4ABF-AAA8-B1043E5C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9C55E-975E-40C4-8465-AF85E53E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F48D9-E52D-4194-A54D-66F8F36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Jedes bearbeitete Merkmal zeigt genau eine Stufe.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0AE4C7D9-29C5-457E-A106-FF8CD07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96884-D23E-46DD-A4DE-290AFE1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34982-2B80-4C52-AC58-FD08C0FD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EAD4E-A831-4E7C-B00F-FC23625E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Selbsteinschätzung nicht durch die Fremdeinschätzung ersetzen.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F690EB14-17F2-4C8A-8251-29ECA102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0478F-8441-4A92-BB9F-0EFD4FB0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4616F7-01A7-4908-B3DF-D521F1E0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B535A-05D4-4AA7-8FC4-9CCB5F9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B57CB4-560E-4E59-9C32-5F1C8174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 Schritt 1 · Merkmal, Stufen 1–5 und Bemerkung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BB2B65-6B0B-44B9-969E-0256E3E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45287F5F-8DC5-48BA-B5C5-1C37AA84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A50B2B2F-F6C0-4531-98C2-B948F01B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FA732C82-B16A-42A0-90F4-D1C7E37A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084BFE-FD42-4220-85F8-4155DFE7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A866A4-A119-4A3D-A035-CB44A21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96C9BA-EC82-4CA2-A63F-773DA2BC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709EA7-C61D-47F8-A889-506028A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93859942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1b8b424b3473d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92661-F40C-4B2E-9F0C-0C1A91B7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CA93E-A6DB-49A0-AB4F-05CB22AC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Übungsergebnisse eintragen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FA1D8-CB7D-436E-8D31-DAFE5D3E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A19D7-0F78-4C68-BDBF-2C24EB0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6B0FB-D853-49EB-870C-133518E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Beobachtete Übungsergebnisse als Grundlage erfassen.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72811-5FB3-4489-8132-D2BFC05B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81E5B-F809-4D2B-92C2-71BD64A9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Übung und Berechnungsart sind im Projektprofil konfiguriert.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7966F-CE82-4B1D-AB6D-A772887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390F3-FA5C-4B93-ADB8-42CF48D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2F8BE-13F5-4B62-B7E6-F517B0F1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3B07B-C11D-46DE-9880-7EFE7970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Schritt 2: Übungen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C2D41-DCA7-499F-94DC-28A18C99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A33DE-BFBA-48A0-AD1F-ADA499AC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666F5-893F-460E-8818-2B018D23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7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Je nach Übung Punkte, Fehler oder Zeit eingeben.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FE5D2-A20A-4D41-A752-C787BBBA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A8A45-7C92-4ECC-90A1-209D829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26CD9-CE2A-4F56-A6A2-3C527F38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Automatisch berechnetes Ergebnis prüfen.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95C0D-D802-4259-9716-F392D75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E6561-53A1-483C-81D6-D0526B0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68D5B-7671-4993-BA72-29FFB818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tatsächlich erhobene Werte speichern.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7AFA5F3D-02F1-4D16-A5D7-E7EA27BF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C5DEF7-7B27-4AB8-AD80-EAC9AC82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DB273-CBB3-4590-BB08-0D95ACF1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E61C26-17CE-41E3-8ECD-29BBE440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Ergebnis und mögliche Zeitstufe werden plausibel angezeigt.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26B2CDD5-B357-4DFC-A722-8964F9CD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B06E4-0E79-4E3F-BCDB-9FF45659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EBF3A8-3963-48B4-909B-E30DA0C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8526A-85E7-43D6-A717-C6878FB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Falsche Einheit oder Zahl: Eingabe korrigieren; keine Schätzung verwenden.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67E7C72E-4376-497E-88F2-CB4D2AA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8C84E-5407-42A1-89E5-A9D0D05D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97728E-0FAB-46C6-9CFD-3B22422A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4E5178-E809-43E2-8C52-6676AC9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2383AF-1E9C-42F3-9A9B-324585A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 Schritt 2 · Eingabefeld und berechnetes Ergebnis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F49B2A-3CC9-48E8-8BFC-1C290019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AD6F91F9-993F-4EB8-97A0-191C697F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02406BD0-4776-4AA1-9876-F00814AA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F6F7241C-5E09-45E4-8A6F-E0E614B9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47B5C1-7FAF-450C-99B4-DE2E03F2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5D59B4-188D-451C-98CF-BA677562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E0F04-7C5C-4776-95DA-1C802E69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F32FF9-3FA3-4B64-8E6B-150D52CE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27521584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2bc72a1aa4b4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C4232-8111-4AA5-B743-237F133C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65A32D-A6DE-4544-85B0-CE08074B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Kompetenzen auf Stufe 1–5 bewerten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AF990-864F-440D-9573-FE9788CD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2F0F6-9439-495D-A01C-5EC06FEE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DA642-63D8-4980-99F5-2E77DCD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Fremdeinschätzung nachvollziehbar festhalten.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E4A1-C5E9-48F4-8359-BBE78E86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F35F0-332C-4CAF-9308-A912F274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Beobachtungen und Übungsergebnisse liegen vor.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10517-77B4-4A25-8302-7B60CDB3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4E265-D8FF-4EF6-8CAD-BD57D3B5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BDB5F-E68C-4216-8F52-76EBA5A6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89609-B8DB-4767-912A-47E865F5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Schritt 3: Einschätzung der Kompetenzen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DE42E-5C15-4B07-AC1D-D9A1AF0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0BDBB-870E-4F4B-8458-FB916C0D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F3ED4-A591-4AB6-B7F6-6676F9AF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 Stufe 1 bis 5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260A4-C54E-40E0-8F15-746EC36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F4F49-DE0F-4DDE-9084-6DAEFDA6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F8A70-F30D-4A9D-9E51-2C4BC295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85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Optional Vorschläge berechnen und fachlich prüfen.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4CF75-9DD8-41C0-8FA5-64FC510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6DF37-C776-4575-BB1C-2DA5190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6604F-4686-425F-A72F-F519AE89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Vorschlag nur nach Prüfung übernehmen.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DAD63A45-94D3-48AD-9BDA-5FD29F75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2DA9E-4E71-4201-9133-E11403E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31D0B-2863-4E1C-8666-F47EF51D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2317F-F5D3-431F-A212-FA3A61E1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Jede bewertete Kompetenz hat eine passende Stufe.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D4E359D-6A76-4A92-BCF8-F8FD96C8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ECA2-E95C-4A9C-BCAD-C026804D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E7948-C4DB-43F5-B37F-CEA2FFF4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577BE-31B8-4214-847F-94F8B62B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Automatischer Vorschlag ist keine Entscheidung; Abweichungen fachlich begründen.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8F8D16B2-0D89-4F1C-98E1-5F71359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F0D9A-6975-45B0-A158-48B5D93D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97E84-CAC2-40ED-8CA6-3E1B22D3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BDFFB5-6BCF-49F4-8D40-881036DF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89E82-F248-41B2-BE68-7A0EAF71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 Schritt 3 · Stufe, „Vorschläge berechnen“ und „Übernehmen“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EC5391-2CCD-43F2-8520-37E85571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BCA2B68C-9887-44FC-AA24-331EC63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E2E9FAB8-0A7A-4F53-B77F-1615138D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06A0943A-F9A5-48C0-A358-6BE10961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5D50B3-91C5-4325-A5FD-0F01ED9D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8C44E2-2619-4545-97AD-960CF89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C58ABF-2D77-496A-B225-4BEF4670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194075-2237-4719-A8CC-695227C7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08701989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2aeef9a5f4870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D33EA-14CC-4B0D-9C1E-2705760B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36AF43-1AB9-4BF8-A868-75EE9BE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Kommentare objektiv formulieren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4F8B8-B260-416F-9A67-24AE53F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FD2B4-BE13-49F0-89E5-F69CFDD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CB558-A487-4359-B89C-1521D7EB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Bewertungen für Dritte nachvollziehbar machen.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A7921-7DE7-4EE3-97D5-2B7EAA79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38384-5D64-413B-B594-09DC95FD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Konkrete Beobachtung ist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4E8EB-3F9C-49FB-9379-6083439E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4AF0-230A-4C5E-8752-573E72FA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98100-A1B5-4E96-B15B-DD27AB8B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F2DF9-678F-4C06-A712-08C6711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Situation nennen: Aufgabe und Zeitpunkt.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96837-FCE9-4CA0-A80A-53F9A77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0E134-1FE6-493A-8A4D-F6E3C3C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F349C-FC83-409B-AD8B-CEA2754C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Beobachtbares Verhalten beschreiben.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43F8F-B0CB-4FF4-A7CE-869E84D0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F4712-E79E-465D-AFDC-B54D3D1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AFD62-6342-4219-9D9E-F0595AE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Ergebnis oder Unterstützung benennen.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54076-8303-420F-9D41-AFBBE606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D62DA-FB91-440F-9148-C14BB66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50B36-FFFE-4A2F-8818-46FC056B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Diagnosen, Vermutungen und abwertende Begriffe vermeiden.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CAA5A75F-608E-46D3-9435-9B2DBD9E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12F4D-BCAE-4A6A-AFE2-FD8B08D5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8FF0E-5144-4FD8-81D7-65A7053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8B23F-9DF2-4CA1-BA9A-52C6710F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andere Fachkraft kann die Bewertung aus dem Text nachvollziehen.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AC0CB80B-2115-474B-A623-45D5184F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BA5DF-A9E1-4B40-9D1A-A77BD4F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235D0-D023-43F1-80FE-0DDC0496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20855-8552-4A5E-AAF0-573F7EC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„Ist unmotiviert“ ersetzen durch beobachtbares Verhalten und Kontext.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5FDCBD0B-F845-49E9-9F1B-D687B045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48770-7728-45D9-AD32-93E7407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F0648-5082-4A42-B1A9-B81EDA2F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2878C7-F6B0-451D-B2F4-C8B918C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8D17D-B238-47B9-AA36-80DFC1DA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 · Bemerkungsfeld mit anonymisiertem Mustertext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281BF-DD79-474B-99D0-C3C7ABC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D1215031-5B81-4C60-8A0D-67B7AAA7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F93058BF-BCA6-44D1-B732-E2A5744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A19FC97A-4EED-4B82-A6AB-F99EA6FE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19E56F-BA8F-4A3F-9135-F4C14DA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09765-A89F-47F4-9179-37F5068F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ACF52A-591C-475A-976B-E315C7C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0623BB-DD19-430C-8BBB-339F8E0A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37098335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6bb65fbd747b3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CDA1D-48AD-48F3-B48B-25C16494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03F69A-2C8D-48C7-AD6F-D9D08423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Bericht vorbereiten und kontrollieren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8CBE9-8E29-468C-826D-510D1B4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E94F4-C0BF-442B-BADC-9CF2216F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ECC19-2801-4F4E-95EB-9E86944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Stärken, Entwicklungsfelder und Empfehlung konsistent zusammenführen.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FD17A-7304-4274-84E9-57D8B5A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69AE2-5DC6-40FD-B0BE-0534FCE4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Bewertungen sind vollständig und geprüft.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99D97-4CFF-4711-A8CC-7EC22387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BDA14-6EBD-48D5-8956-8251CECF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4CDF3-43E7-4E91-AF1A-24E8BD59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1770A-279B-453B-A4B4-8511CCC9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Bericht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84945-FC38-4C01-B08C-F3449350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F7D93-2C24-4FFD-96EB-42595CF5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0701B-BC87-4104-AB25-87B3B049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Stärken und Entwicklungsfelder sachlich zusammenfassen.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DD33A-373B-4792-AEFA-932241D9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DD195-73AB-4B16-8442-CA44C209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92C84-E87F-45F1-9079-41560BF9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Empfehlung und Berichtstext kontrollieren.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4198E-F993-4E5F-BE95-149A60BF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46347-04CC-4027-B5ED-99E35F1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A3744-3D04-49A5-BD37-76FA593C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Berichtsstatus passend setzen und Speicherung abwarten.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4C1B2BF5-3664-4E4D-9448-1BF8F873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3DC6B-580B-4F47-9D2C-79A228A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B11D2-3EA1-4AC7-A7F7-4DDF43C4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9E3CF-B8B1-4EF4-A4B6-3669092A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Bericht passt zu Bewertungen und enthält keine Widersprüche.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D7A6A65F-9E45-4500-85AE-EC20E5B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B6707-7C4E-4224-9EEA-FC689B99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D54E3-3F47-4C42-BA61-4E1B9638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89E8A-63EC-4D12-8919-D3A27751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Fehlende Bewertung: zurück zum betreffenden Schritt und ergänzen.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ADFD32D4-459F-4720-9C27-EC8896A9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AEF141-619E-4CFC-BC26-5B7DF9D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96AAF8-89F5-48D3-BD51-AAF4CDA9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0CE3E-BB65-44F2-8A1B-1348AFDB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68279-AEF6-4AA5-ABA9-B141B2A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PA-Bericht · Status, Stärken, Entwicklungsfelder und Empfehlung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F07C2-4C3B-4440-B791-1BB57FCF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3EC46924-0B67-4211-B5EB-0557E794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445327A5-D292-434C-8F37-8E65F0F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A10D9CB-4217-43D1-94CE-5915F05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607B44-0A20-4B7A-A8A0-14F0D0A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E09D8A-849E-480D-BD54-6DA60850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40C4D1-CF50-490B-8D36-17A2784B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B7741B-57AE-4BBD-A625-424A2B84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96360123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0a75722fb4aaf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AC163-D5AD-4E91-BC6F-9DA8CD1C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CC0B82-DE6A-4598-BE56-E6C5AC98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Auswertung abschließen und exportieren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48E20-BC45-4014-9010-25DE8BA6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747A0-4DA3-4931-A19A-27C9E09E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0FFEA-7E4E-401B-BE9A-7F474AEE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4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vollständige, geprüfte Ergebnisse weitergeben.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D9C42-B3F3-4D4A-9EC4-C03A6178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F2665-0FD9-4ECB-8176-A371FF79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Alle Pflichtbewertungen und Berichtsfelder sind kontrolliert.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8F525-7444-4501-939F-6AF4312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A9D0D-D640-4243-AA08-1C0E9DBA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AC92-9DE1-42EC-8031-243673D7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B3EED-5154-4CA1-9269-DD7EECFE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Teilnehmer und Gruppe nochmals prüfen.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A3B28-85F6-45B6-8693-16703524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97798-F7F3-4F0D-8EB2-E117CE5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B5149-849D-43B8-9A39-B2161CF2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Fehlende Werte suchen.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55F0E-427F-4D6D-B95D-ADEDD4ED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39685-80B0-47A0-B656-E1FB20F2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C54FE-303A-4208-AEDA-3582E55E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Bericht exportieren, wenn die Schaltfläche freigeschaltet ist.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5D1F1-A0C4-436D-8C3F-B2CB177A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21F56-9553-46C5-9D14-A242AC15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CBCC9-195B-4599-9478-054F0BB9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Datei sofort sicher speichern.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497EDE46-C561-473B-B802-181F5E2C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45930-EE38-44EC-B843-FA2BE7F6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E8C7B-F113-46AD-BCE8-7491B5D6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3C467-F097-4B88-B732-7305B4FF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Export gehört zum richtigen Teilnehmer und enthält die erwarteten Inhalte.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0FB883A9-9459-4459-BA39-49C419FF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BF263-690B-43C0-A6C7-FF83A574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B1269-19EC-4B73-A9D3-F8EC6B5B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A540EE-2786-43B1-A7C1-1DEC104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Export fehlt: Berechtigung, Projektfunktion und Berichtsstatus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5FF5471A-C91E-4C5D-998C-B902CDC9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DAAE6C-0727-45B4-A103-D9A00EFF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176EB8-6E7E-4C83-9DC7-981EBC62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8A3AEB-7B4E-430C-B364-54675AE1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AC3D0-8B7D-4F96-AF4C-7CB37B53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PA · Vollständigkeitsprüfung und Berichtsexport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B976A8-9D58-48B4-889A-B46F0D2D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C25F6DDF-0F4A-4B52-A30E-55C20889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37D71A1D-D177-4FE7-9144-FF920E70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CF5CDDE7-D060-49B0-A633-B08F8825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9352CC-6385-4786-B856-4D6B0EF3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45E9D9-C242-4B93-8F18-2BE0F74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B28276-9AC4-428A-849D-F0A6B57C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805FE5-A0FA-4EBA-95EB-8B7B6ADE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80909944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1e233f5764abe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C0515-CC02-4BCF-94E4-7562FA02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10 · POTENZIALANALYSE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8DC080-7C07-4937-879E-C8819D6E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Bewertungsfehler aktiv vermeiden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A7871-5B5C-47BE-827E-029451A7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44692-25AE-457B-84C9-59DABCC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AD8FD-834C-4A02-A175-490CAD8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0A409-C67B-49DE-9549-D951B6D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Halo-Effekt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FD592-FABA-4803-852E-C56F61C2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starke oder schwache Einzelbeobachtung nicht auf alle Kompetenzen übertragen.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E5163-1866-466C-A914-3B2A3BD2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35FB1-F418-4BFA-8DA6-73264F47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9BB8D-4C5B-4D4F-939B-B2507CB6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Vergleichsfehler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65C6F-31A0-4694-86A0-E9862A7E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Nicht mit anderen Teilnehmenden vergleichen, sondern mit dem festgelegten Kriterium.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B8CEE-83F6-4A09-A9A7-E4595548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1A464-C5DD-4358-B671-9F3A8C93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E815C-2F02-425C-AEEF-772FC220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Unbelegte Deutung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1A36A-FD22-4540-8579-9FB8B01B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dokumentieren, was beobachtet oder erhoben wurde.</a:t>
            </a:r>
          </a:p>
        </p:txBody>
      </p:sp>
      <p:sp>
        <p:nvSpPr>
          <p:cNvPr id="17" name="callout-Datenschutz">
            <a:extLst xmlns:a="http://schemas.openxmlformats.org/drawingml/2006/main">
              <a:ext uri="{FF2B5EF4-FFF2-40B4-BE49-F238E27FC236}">
                <a16:creationId xmlns:a16="http://schemas.microsoft.com/office/drawing/2014/main" id="{B41E8716-F00D-48C9-BCAA-711CC668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D4C8A-8344-493B-8976-FD1C271B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0BF43-D76E-4F99-9054-B9E01AF5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15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DATENSCHUTZ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9CDA7-F1A2-454F-A17F-A4373C43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Auswertungen sind personenbezogen. Zugriff, Export und Weitergabe auf den Auftrag begrenzen.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D5076-20BC-4BEB-82F5-A956A73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AEEAA-D945-4A26-B99A-391DA27E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D19BA-8FC1-4107-9592-D1BC35E1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94247422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8F398-6097-431A-A213-09E2B0EE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9C065-C69C-453D-8EAB-866A6B5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3b145e30a449a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992A4-661E-436B-B7C7-FCA9C0F6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B9877-9D81-44C3-AE8A-4150B4D6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0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MATERIALANFORDERUNGEN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8FF84-A22A-455D-B97B-237B422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Bedarf erfassen, Entwurf prüfen, einreichen und Status verfolgen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FFD4B-F6CD-434A-921E-6254C52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F30B3-F169-49B9-AC27-AA5181D8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80A81-1B81-4009-9FF6-B9577123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24DB2-B0B6-43F7-BB6A-87DEC503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75508130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cfc4ec05143f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FDCF5-9343-4784-9D24-772C3B2D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 · MATERIALANFORDERUNGEN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7BF26D-4256-418D-AB86-97020CEB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Materialanforderungen öffnen und filtern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2FC2D-FA6C-4603-B9CD-519402E4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4A677-9318-46E1-838A-FCBACD82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3DB64-204C-4603-84CD-91398FB8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Vorhandene Anforderungen und ihren Status finden.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07A6F-606E-44BF-BCBE-71B9364F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74605-609B-4776-9AB7-4809B797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Bestellungen/Materialanforderungen sind sichtbar.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4FEAF-10D2-4A2C-B433-971DFC4F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0F2FB-C983-4CF0-8ACC-CDD80E1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A63F6-EA44-4031-A651-FCA2954D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D7CE1-81EC-4897-873C-8766C1B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Bestellungen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9F4D4-A9B2-4845-BBF0-1E0C33D7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176C7-AA00-4BF1-A329-301BF3A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D5B36-41C9-4853-9BE6-A67D4772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5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Nummer, Projekt, Bemerkung oder Artikel suchen.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ACC6A-DF4B-4D0C-B50B-49D4B72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122B8-859F-47E0-80ED-568AADC4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F65A0-3584-476C-9909-2FA9FAE8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Optional Projekt, Jahr, Kostenstelle und Status filtern.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39C33-5452-45DA-BBD0-084BFB9A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5A43C-F4D0-4140-9B8C-2073371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73632-A7CF-4157-937A-21A4DED3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Passenden Vorgang öffnen.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127F444D-79A6-4639-BF02-5E5EB6AF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5E420-1A40-4AB1-8B3C-6FFC780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95D095-80E6-4E74-8A70-1D9BA4E7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FE080-8796-4DA8-8E88-9BFC193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124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richtige Vorgang mit Status ist sichtbar.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3DA21715-3911-4DFC-8274-28BB5DF9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F424D-0351-4327-9C54-4B582B53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9EF39-7194-4AA0-BC31-8046EA16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18295-C90C-4C82-B5C2-0CC2382B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341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 Treffer: Filter zurücksetzen und Suchbegriff verkürzen.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C9A4C394-B570-4740-A8E5-A1FF4239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358CE-4FCB-404E-AE8A-74B2B807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1BEFD4-B226-462B-9082-2C63EF24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1CF5A6-622F-4D59-9490-4E7DBDA0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508C7-6487-4E0D-BE16-FDD64B8F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Materialanforderungen · Suche, Projekt- und Statusfilter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F2EBD9-1A02-4A74-ABB3-5941E8DB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2203697A-2751-4178-B19F-3D64258E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3362E578-7082-44E7-ADDB-2A5D4523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3DE57759-C160-47FE-A201-74E679D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B95724-C459-42BD-9CC8-D8650A9F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1B04D3-B268-4916-A12C-4DF139B2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747A4D-71C1-4D80-BEF2-DF0DD440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4F9B67-74CB-4114-958B-DD8C125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9596392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dd4e08ea64f98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3BE0D-4DBB-4FBF-838C-2A9FD650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 · MATERIALANFORDERUNGEN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68FB3D-E5AC-47AC-A6CF-96DFB914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Neue Anforderung beginnen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5F55-16EC-4E46-9467-2A1D6C4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7B64-D94B-4B70-BEAA-DB9B4CA6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5AB77-1276-4D15-99C3-FC407305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Bedarf dem richtigen Projekt und der richtigen Kostenstelle zuordnen.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7BB0F-F67D-4976-9C31-4683A804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21444-4750-48C9-B98E-8AF02DCA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BvB Reha ist aktiv; Kostenstelle und Bedarf sind geklärt.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ED4B6-BB1A-4F9E-ACDE-71DC9A78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67009-9FF0-4687-BC09-D2DFCAFC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D064F-8708-4846-97C7-01250D5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E245E-C290-4D85-AE39-C0DCA0A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Materialanforderung anlegen 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996D3-B095-468D-8449-A6F77147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F2AD7-0B65-48EA-9511-3A28F6F4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521D3-A260-423B-AB6C-8C91512B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Projekt BvB Reha kontrollieren.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5ADE2-4810-4786-ABA7-6FF30A8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DEEF5-F700-444E-A8E8-F508307C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AB0F9-6ED0-48B0-BAC3-3E992CC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Kostenstelle auswählen/eintragen.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E677B-6DC3-48E3-BBDB-48F7A0EB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CCB67-0C3C-42A3-BE35-B3989700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F09E6-82F3-4B96-BD6D-E0109724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Benötigt am, Priorität und Bemerkung ergänzen.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658F3CB5-493F-4414-85D8-38BFB4D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D6DE2-F291-4E07-9A44-1E21BE76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A179E-B4A9-4792-B62F-32B8B7BB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6B24C-1E15-4F77-822A-FD548F29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Grunddaten zeigen Projekt, Kostenstelle, Datum und Priorität.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839629D8-6FA3-47B2-9A71-A520288B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A3D85-A649-414E-A986-695235F2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F37C2-7C54-493F-A937-DBA87969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CBBCC-6931-49B7-81EC-F7A31324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248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Falsches Projekt: Vorgang abbrechen und Projekt wechseln.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FD9F477F-BFA6-4361-B23C-B34661F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406B8-47C7-4013-83BC-4F6DF760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DE288B-43E5-4CEB-BF8F-7FDD0E4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07D3F-AF62-4CE3-B3DC-B40F3496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6AE42D-43C1-4505-B60D-CDD86D5C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Neue Materialanforderung · Projekt, Kostenstelle, Datum und Priorität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26ED73-88C3-4B65-A132-F508688A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7BD8BE03-078B-496B-8C79-5CA05E1B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E3FE462F-384D-43BB-B01D-CE52078C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A2F48501-762C-45C6-8665-7F52CC89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162471-D163-44C2-A259-B058035E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C34330-16EA-428E-A0CD-75254922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71829B-3173-4B37-9134-F16E335D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3D0203-32EA-4285-A2E0-C62229D6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20099658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6173719e64730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18EB0-4C7B-46D6-BB91-A107D99A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 · MATERIALANFORDERUNGEN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027882-906E-443A-A293-132E59AF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Artikel und Menge eintragen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AC7DF-E4AD-42D6-B8DC-B48208C7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2F20-15EA-4DD4-913C-C2411E01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4CECC-B3A0-44FC-B589-D15DCE0D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benötigten Positionen eindeutig beschreiben.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987AA-CA27-4D11-8D87-6042AA7D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7033B-F882-4E6C-9FFC-09CDB6E1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Artikelbezeichnung und Menge sind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5167B-AE42-4051-9ECD-16DA379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6A8FE-B12E-47C2-AC39-B05306D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8B585-E670-4B13-8D49-5539BE64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F155C-7BC1-4CBC-BC5D-4A7D6F4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Artikel hinzufügen 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A0824-7BE3-4F1E-BAAF-1878BD4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DF18E-1A88-4FDD-A3DC-5B5DCE61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232B5-01DF-42D8-9BBD-49CC337A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Artikel eindeutig benennen.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73F81-DAAE-4FF1-A1F4-784748F5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68F8F-5A4D-46E1-AD1E-369161E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C1F7E-E85B-4DF4-807F-2812C703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Stückzahl und – wenn bekannt – Artikelnummer eintragen.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1D2F1-ED8D-4F74-9704-5B1412B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2D641-AECC-46A4-BAFD-EB4AAE4D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AAAEA-27EF-49B0-A7D7-32E253E6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8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Preis, MwSt. und Link kontrollieren, sofern erforderlich.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31C4E3F0-7D1C-4BDD-AEB1-0F1FE79A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F9388-B669-4A32-92A8-BFAF542C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D9C76-DEA9-4A3B-86EE-061E785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20EAF-2EC9-486A-A1F8-D8F67684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Jede Position hat Artikel und Stückzahl; Gesamtsumme ist plausibel.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87DD5776-D245-4810-A11E-B20920E5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EDCE3-7FF4-4B48-9C1E-78C69143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D0E383-F43D-43A4-A38A-CB755E10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884AA-8432-4B98-B3E2-CA81E1AA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Menge 0 oder unklarer Artikel: vor dem Speichern korrigieren.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A0AAEF43-C0D6-4E64-84DC-E20F5DFE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DE35C-C411-4706-992D-65368EA4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CEF7A7-0710-4207-B21E-890C2490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30BA7-88D8-4F1E-AD9B-8FAE0B8C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7499A-5D3D-4F88-A1B2-140576A2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Artikelposition · Artikel, Stück, Art.-Nr., Preis und Summe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CC3E8A-373F-4E9F-A8E1-FDEBECA4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EC0DCEA4-C9E3-435D-B36A-689E2A6A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94D53B58-A0D2-4BB6-B60E-8EB8AC96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0D69A82C-DAC6-4B67-9F15-D6A31DE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8E85AF-9AB3-4B7A-92B6-F9C09211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BA47A5-8C49-4055-9CE8-53219841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9A0628-BCEC-478F-8311-BF989551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012373-A1C0-4835-84EC-61B68FBB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68663908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58a591c5a438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6529B-DFB9-415D-9DC1-A31ECF45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 · MATERIALANFORDERUNGEN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A5A7D4-4C71-46E5-8333-81E3D89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Begründung und Lieferangaben ergänzen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3546F-4A70-411E-B083-61E0F1C4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DEF69-59E0-4E4D-AECA-B6967414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6D5B3-1AA2-4237-8440-0A27E3FB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Bedarf und Beschaffungsweg nachvollziehbar machen.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E82FB-859F-494A-8305-FD9B141F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CF8E9-E08A-42C7-A774-027E72D7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Fachliche Begründung ist geklärt.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76F11-2E3B-463F-8E33-3A7C550F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F1EC0-9E03-4C95-A57D-623F3BF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49D94-64BA-4192-A683-CE5E1B6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65A69-9B34-4FE1-A8BC-AB303C46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Kurzbeschreibung ergänzen.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3A2C6-5E51-4E9F-B263-D88ADDDE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CD264-B7BC-4008-843C-0D9EEF8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D225A-E98E-4903-9B84-4F462B4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Lieferleistung oder Dienstleistung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47088-2C12-4CE6-9C38-D7029BEB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D6284-5AE7-4292-BB3E-ECEC7684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C7517-D599-44A5-BEEB-E0C3A3E0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Lieferung oder Abholung festlegen.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606D0-4412-4F5E-927B-15F0B910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C47B1-9079-4EB8-A1E5-B64107F6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9B0A5-3111-4695-8AB2-71B29927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Begründung und – bei Lieferung – Lieferadresse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D6DBA69B-57D5-43F7-AB25-CD71BA51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F00ED-7864-477C-9BDC-E4784CFD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155EC-A543-4A61-A145-99117F2F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18EE14-84A8-486E-BC1A-65F27472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Begründung erklärt den Bedarf sachlich und vollständig.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27543208-0229-4BE3-A1B3-B3D0168D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A8ED29-BDFC-4CF0-8FF3-C5A7D5A1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4ACADA-B981-4990-A616-24AA938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D5611C-4EA2-4C1C-BB3C-EF7A9F51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personenbezogenen Daten in Produktlink oder Freitext eintragen.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0DB66308-3E0C-4208-A1FE-5EDA61D7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A8DB03-E281-49E5-ACC3-F4E31B1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E3F9C5-FEA0-4C7A-8338-7DCB35EF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56ECBB-C9A5-4155-ADE9-151E276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223AE8-4F89-4274-9A23-DF7F4E9F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Vergabevermerk · Kurzbeschreibung, Lieferart und Begründung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30F84-9058-4352-AA90-B58D3D4E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69CB2BA7-CEFF-4732-97C7-0F932EAA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12AD5097-0EEC-478E-94F0-3DDBCD0C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81D480C5-FAF5-4C17-B94A-6396238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576BF9-0669-4280-B53C-D7A8263B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F9FB42-0E66-43CB-9973-B0FC6DA0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86F39C-C8E7-487B-B1BA-E15F840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DBE739-49F3-4B61-A902-4F8C2E5C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69894721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779b6acf44710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57E06-73B8-4C8F-9617-6FCE3046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 · MATERIALANFORDERUNGEN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A6CCCE-EF6D-4941-819A-A18C9E6F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Entwurf speichern und bearbeiten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D152E-22E9-4DD7-A960-06D2A67E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938FE-4EA7-49AD-B6AA-01CF9114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11CE7-9E94-4744-9810-E81BFCE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Angaben vor der Einreichung kontrollieren.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385D0-3A22-4FE0-B066-805B8B85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0B6A9-5AF1-483C-ABDF-3343F67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Mindestens eine vollständige Position ist vorhanden.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1BFBD-BFD9-43FE-9727-CD171F22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E3E5D-3EB3-48AC-891E-8D671E77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46198-C5DE-4201-802A-323BCA2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6F4E1-463A-4E0E-A97B-2597D262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Speichern wählen.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7E0B7-7D0D-4174-A02A-733F3E63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98D6E-24A9-4A27-8591-75BE3ADD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EC4E9-3F44-49BE-9798-4E0361AE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Vorgang in der Übersicht als Entwurf öffnen.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5E84E-64C1-4C04-A636-5CF6CDC9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CB481-8BEE-4D8D-99B8-DE3682D5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C350E-F0D7-4004-893F-09753A68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Bearbeiten 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0747B-D6A8-419A-A4EB-08FC2F1C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F5E64-7BAC-4C79-BE92-6730A46C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9AEF0-3AE9-4A8D-8528-27D8F8E1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Grunddaten, Positionen, Summe und Begründung erneut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EE6C1B33-5686-47DF-AF99-EF6042EF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39D98-656A-427C-883A-1588BB3D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21B17-E462-4BCA-B588-F36A03D6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77A95-8CCF-485E-9A26-8D5B890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Status ist Entwurf; Änderungen werden nach Speichern angezeigt.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317BCD9A-89EC-48EB-9B4F-14329BD1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21B66-3E8B-4B3E-8E4D-6B114BF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30443-691A-42CB-8560-77F37C9F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4FA227-1C56-4D55-9E21-B28B937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Bearbeiten fehlt: Status oder Berechtigung lässt keine Änderung zu.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15C76C1F-BB9D-4759-B85B-D4F63879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A542B-2E2E-48CD-ADD0-03449DF0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6C18F9-F82F-4FCC-B16A-582898F0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550E2-F86F-41C9-BEE2-E309638B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00B5A5-817E-4DD1-8CA6-78759370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Vorgangsseite · Status „Entwurf“, „Bearbeiten“ und „Speichern“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89C870-DA8F-4DA7-8000-D178E877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338277A7-0BF1-4A9D-B590-0DC33785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B07F2F3C-0148-404B-BD46-00DB9104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68F7025-403E-41B7-8349-C470717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D34784-EFA4-4ECA-B20A-E51173DD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EA16D1-9F2A-4871-8B5E-C042F708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AEBBCA-FD69-488F-8099-EDEB44BF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CD5373-2741-4A6B-AA5B-5DE9BBA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0637199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5679e28ee469b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78F9B-6984-442E-9147-C2A2A4AC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 · MATERIALANFORDERUNGEN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2D2707-EB43-474A-BFB0-7DD335E4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Anforderung einreichen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65009-C487-422A-A4C0-BDCF005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E8442-2152-4ECE-9039-92BC12C0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3458-822B-4548-AAE3-27FD383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Den geprüften Bedarf in den Freigabeprozess geben.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D37A4-A465-4122-9AC3-02FE81D1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19CB1-53C3-4037-BA08-402BD14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Alle Angaben sind vollständig und intern abgestimmt.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34998-9F71-41B4-BC4D-7FDCE5C2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7F9DC-8CBC-45AB-90CA-E89B6C7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E2B53-D2E7-4506-BF39-53631412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F6536-64A1-43EA-8604-7A6B024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Vorgang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BFB1C-68C2-4B57-B2E1-3E58936A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3E726-17A8-4520-9748-22F168D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01C07-9948-4B8B-90D4-B565868F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Einreichen wählen.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8B3D4-ED75-430B-9C4F-6FBFA7AF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FD753-86ED-43B0-A94A-2E7EB632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77782-E12F-49F0-ABD8-1C08700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Bestätigungsfrage sorgfältig lesen.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F68EE-B32A-4FFD-873B-F6F48F34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50720-077C-4B0B-B146-D95076E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4D6D0-EAC3-4346-ACD6-58C31ABB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Status nach der Aktion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67F12309-7CA9-4126-B518-81F00877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9E3C9B-8AF6-47D5-B170-BC5C75E4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22FE6-860B-459E-A1B7-7CDDB99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D4A06-E69D-4F90-845F-E5697640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559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Status wechselt von Entwurf zu Eingereicht.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35C0EA2A-461B-462E-A371-963EFF7C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A601C-2E63-4B7D-8FEA-BA4B5D0B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6D845-8AB8-418B-89DA-A67607AF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086580-F948-4192-9864-03C80DA2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Einreichen fehlt: Pflichtfelder, offene Rückfragen oder Berechtigung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46DFC84C-693F-45FC-8142-B87BDFF4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3F246F-8B13-473D-8D77-230C3946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D0B817-5EA8-45AD-BB2B-7CF65DDD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43F0CE-A320-4F4A-B90D-63E71A64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B07178-D704-450B-B537-AFF2488E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Vorgangsseite · „Einreichen“ und Status „Eingereicht“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3A7C8A-9C76-4E7E-9ED7-B52E6A7D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656A7DAD-F012-4359-B60A-B6AAE024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FD6E7C28-2B30-472E-ABA2-6C2B127A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4D215D8-6A27-479E-8EFB-FE4D80BF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D0A28F-87CC-4149-892E-25D00884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1EF796-DE35-49B1-B58D-2440A40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9C8A7-5AEA-4F2A-82EC-1203E24C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95509A-83BB-41AD-8894-D3B107C2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12716662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19d02ffc44e6f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01BAC-EF9C-42A3-A73C-3EBAE1A3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11 · MATERIALANFORDERUNGEN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14391C-79A5-4E12-AB9A-0ABD053E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7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Status zeigt den nächsten Bearbeitungsschritt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34CAB-9C92-4AE2-881F-E7DBB975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8AC6B-D693-4EDD-9AEF-EC4213C2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5B5B5-92B0-4B2B-AAFD-8DDB8BCD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88713-2522-49C9-801A-63952266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813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Entwurf / Zur Überarbeitung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21463-C491-41A7-83F7-C62464F3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Antragsteller kann den Vorgang bearbeiten und erneut einreichen.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6305E-1A09-4F7C-9054-B54077B2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C77AA-667C-4A88-8AFD-BF7FBDE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8FF44-E3E6-4F5A-A169-6CB67891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2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Eingereicht / Genehmigt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378DE-32C1-4587-9792-EB91DA88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Vorgang durchläuft sachliche und kaufmännische Freigabe.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7C5E1-6192-420C-BEE5-8D5E8D23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9A336-C67F-4C63-84F5-64883FC0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9435E-0B1E-4309-BA27-C3B3A69B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113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Bestellt / Teilweise geliefert / Geliefert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2FD45-83B7-4DCF-B87F-3DC1E3A4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Beschaffung und Lieferung werden fortgeschrieben.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174FC-D570-4441-A9D6-09B68694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7F186-67AD-45C7-846B-790AD1A2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F490E-6121-40D8-9824-680D15D0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Storniert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ED708-C448-4556-89DD-6A5C0F78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Der Vorgang wird nicht weitergeführt.</a:t>
            </a:r>
          </a:p>
        </p:txBody>
      </p:sp>
      <p:sp>
        <p:nvSpPr>
          <p:cNvPr id="21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81E6DCD2-63A0-437E-8A61-B1C664E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6B1EB-D218-4F7F-8C1B-A8DA8FE8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99F1F-3ADD-4993-BC70-1AEEDA60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93FCE-E006-486C-A29A-D9B284D5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Rückfragen oder Ablehnung stehen im vorgangsbezogenen Verlauf. Status und Kommentare gemeinsam lesen.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FB2DE-14DB-4C16-BF3B-028A082A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66AA9E-F1A9-4CC8-8AD0-EFA4B0B3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7017E-701F-4643-A266-E6AE229D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28450862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E2C6B-AD12-4038-8DA5-AC59DDF9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8EC24-FE79-4DF0-9B76-420524A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64e4a05f24e2d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D4CC2-2840-4B40-8A9C-9491682A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5CFC0-F762-499E-9C5E-D3D7DFEA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DOKUMENTE UND AUSWERTUNGEN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CF86C-1B17-479E-A570-8ADACD3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Nur freigeschaltete Dokumente öffnen, exportieren und sicher speichern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8844-7510-4FD2-9D97-FCA74F5D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53AE2-E228-4FBF-9F0F-7EEBA2D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E491C-704E-47C1-9C2C-73BB84F0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BF58C-8BA7-48F9-82E0-A8DF4B0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65128974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118cb5efe43e7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A2A1A-555E-4B83-B21C-8C001AE3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12 · DOKUMENTE UND AUSWERTUNGEN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B0A17F-74D8-413D-92AA-F3D71D2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Dokumente suchen und öffnen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2A74D-AD90-4499-AE95-2091C60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2A3A8-4B78-48B1-A805-1091E5C9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DA0DF-C33F-459D-9224-C2C69BF1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freigegebene Datei oder Vorlage finden.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AE546-7858-4C08-8F01-A2EA3D44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920E1-8986-4B98-B688-0FE6F136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Dokumente sind für Projekt und Rolle freigeschaltet.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30046-70EA-4993-B667-8E98359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6597E-EABA-4B86-B689-BBB02F9B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030E4-4074-4DF0-A9D7-E40F80F5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46AD1-31EA-4548-85CD-2483BD71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Dokumente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74915-D717-4CE7-8672-09C3628F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A880B-118C-46D2-83E3-21F24B53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C614A-4863-4A5E-BD93-66E8DAA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Such- oder Kategoriefunktion verwenden.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BC479-E10A-449C-B106-CCD7CD2A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88A61-F21C-4279-82F5-8EB5D51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A5BE1-0057-4061-AD66-567F5F45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Titel und Projektbezug prüfen.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08648-2300-4367-86F5-0EB41E25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F78EE-DB0D-4863-B188-C3FA8759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9AD1F-EC10-4284-B558-8C46EB6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Dokument öffnen oder herunterladen.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3A4D7CBC-4B06-40C6-96B4-379F81AC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B8A8F-8A0A-4571-A2E8-07B382D8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BE02D-F387-4B08-A9F4-80136F77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A5628-82FB-483D-9A08-7908065B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richtige Datei wird angezeigt oder der Download startet.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28DD78C-CA68-42BF-98FF-DBBFDF2C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D2670-5EC1-4889-BD4A-CF0E50D1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4D9E10-A7F3-4009-AA85-C0CDAE3D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F6C18-A862-4004-9C24-589A192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Dokument fehlt: Kategorie-, Projekt- und Berechtigungsfreigabe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DEF2F82E-BD99-4A33-BC36-BD3F3A04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F68CE-4D95-4F32-9D30-A2F3D30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705F65-B080-4F5F-B102-5A32ECB6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CD0A69-4568-4199-A46C-AEE5D28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970BDF-0BE2-47B1-9981-5A79B3C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Dokumentübersicht · Suche, Kategorie und Download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06EC44-F308-4D75-99CD-020FCCB7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6916352B-E51E-4957-A3C3-06C8C854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85402E26-475A-4DCF-B2EA-348A874C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DB71C66B-9BE3-4F57-A553-313D7B04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4EE2E-BBEF-406D-80F9-223EB73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520AA4-FF2C-4379-A481-B6A57DF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1E9FE8-93DD-4487-B831-D45F4B4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935600-A8F1-4AA9-96D9-A0990A0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67667564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22b395b88456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73A3A-D98F-4DC3-ACC4-2D6A324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12 · DOKUMENTE UND AUSWERTUNGEN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CF8B39-C730-445D-AC97-72B0A889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911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Gruppenlisten und Anwesenheitslisten exportieren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9F5B4-B8B8-4FF2-9A64-B259E19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B4B7E-1194-45A6-9C52-39F5AA00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66DC3-2D98-483B-9AD0-399F942C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Aktuelle Listen für einen zulässigen Zweck erzeugen.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78405-59E9-4480-8E50-6C9C2B6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04FC4-CA7B-4378-838F-1F491142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Richtige Gruppe; Exportrecht; Anwesenheiten geprüft.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226D8-A755-4424-9F83-596AAEA0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D2F2A-6EBE-487A-92BF-81B5882D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C5639-FC4C-44C4-AF7D-B0748D55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B6463-9D03-4140-A6EB-4A47761B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Gruppenübersicht und Zielgruppe öffnen.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22E10-9C99-40DA-846B-B84D7C70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4BD98-1EFE-47AF-B237-1F4394D0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DC0DD-5B9C-4A76-B05F-C8E72C7C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Teilnehmende und Zeitraum kontrollieren.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EB51-0F2D-42F3-B001-ED7B892C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3598-8741-4380-BA0A-F1BAB23B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FEFF4-DB80-40F1-9AFC-ECC91F3A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98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die sichtbare, freigeschaltete Exportart 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B1AE0-BED0-4FB2-AAD5-3DC897C1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A4BCF-6A4D-4907-9C97-6F96A7F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D0302-5F33-4475-A03F-C08A264C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Download auf Vollständigkeit prüfen.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50909616-4595-4156-986E-AABFBD62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ECCC5-E045-469E-9A3A-A6D4E18E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1C2B3-606D-43CB-94D1-2E73A6DE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E90A8-3B1B-479A-9F57-04665A19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Datei enthält die richtige Gruppe und den erwarteten Zeitraum.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CBEF878-872A-4380-8986-C00814C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CE425-0BAE-49AE-8B14-2077CAE5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BB290-BA9F-4193-AD87-0D43EEF0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D89B2-4FB7-40B0-9F2A-43B2914F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Leere/falsche Liste: Gruppe, Datum und Projekt vor erneutem Export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3938E5EE-40E9-4B37-9A38-007DE756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0A738A-3B26-4FBA-A7C6-E5BBD057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52FD5C-9578-4918-9DD4-2D3E9F2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D680BF-5168-4AFA-B71E-82C481A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43A1DA-B0C9-453B-A163-E42D795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Gruppenansicht · Exportmenü und gewünschte Liste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76196D-CD82-4015-B0BF-F04023D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63727BD1-BB3A-45C8-9145-CA2B786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5498F89F-035B-40BB-AE91-FE68DCBC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B3D9189D-D51B-479C-8CD6-4BA7F51B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3EC1AB-AEAD-48B5-A205-4D85038C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F2B07-46B1-43D5-9B1A-16E5E123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2EA3B7-B6B8-4D37-82BE-4146F7A5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702409-14D5-43E1-BD42-5C39342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53343901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b4058d1e04c3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06241-04E7-4C31-A470-9C4F8A2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12 · DOKUMENTE UND AUSWERTUNGEN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A06185-EF86-4268-8B4F-17033A09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61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PDF und Excel haben unterschiedliche Aufgaben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D0F95-5CE8-468C-BB95-1B658AE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5EF30-EBBF-4181-9A1B-5657CB8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1ED4C-7D9C-4C23-892A-A957510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A8CEC-23F1-4138-8B76-4621DB8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FA4B4-F063-406B-8851-17687C9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Für feste Darstellung, Freigaben, Druck und unveränderte Weitergabe.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45D17-1ED3-47BA-8902-CA487A6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36359-A218-4BBE-87EA-05D29AB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43D77-2B8E-422F-BB19-0AF43345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6D57F-789E-4D0C-9736-2E2F5ACE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Für zulässige Auswertung und Sortierung. Änderungen erzeugen eine neue Arbeitsfassung.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E0ED9-3FE3-48F9-BF46-068AFD5A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16F20-9285-4FFB-9AF9-EC7C06C3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5A8CA-CDCF-4C8D-B7E3-97E6A912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Kontrolle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38907-7A11-4A4E-8415-89811E3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dem Export Dateiname, Inhalt, Gruppe, Zeitraum und Personenkreis prüfen.</a:t>
            </a:r>
          </a:p>
        </p:txBody>
      </p:sp>
      <p:sp>
        <p:nvSpPr>
          <p:cNvPr id="17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C3717BD6-DD72-46F4-AEF8-B68ABC84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25198-6D8E-463B-ADD0-73790AF2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558AF-F5F3-4ADE-B127-FC216F22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AE20DD-9CB6-4F39-8923-B7BCB25C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 Export ist eine neue personenbezogene Datei. Zugriff und Aufbewahrung müssen geschützt sein.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7A31F-DDEF-4AD7-A9F9-D20985CB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F5BEE-448F-47D6-9B76-75DC1A6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510A6-5385-4EF7-9345-219FA9A5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88337550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8ef248f70489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32CB8-6E9C-4E9A-8581-68B580DC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12 · DOKUMENTE UND AUSWERTUNGEN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07F6B4-BF75-467A-AD22-CDF08098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Download sicher speichern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88ECE-ACE1-4E11-B117-9F877472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81FFA-A728-4496-90EF-103E848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A6E42-C12C-4A65-95F9-FCC1F3F0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Personenbezogene Dateien vor unbefugtem Zugriff schützen.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490A8-B436-4352-B84F-C2C8EF18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D8323-0B7B-4D16-9D90-E2617D65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 freigegebener Speicherort ist bekannt.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345D5-2E5C-45C4-B2C0-E4C637A0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C0F82-16F8-48B3-BC03-199D23D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58446-7B8F-4F07-9116-B2DCC251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21B18-EEBF-461B-B663-384778F3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3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Datei nach Download sofort öffnen und Inhalt prüfen.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5C503-7554-4F42-8EDC-79C62284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C2B9D-FBC2-4D2E-A032-F2F9F190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02CD3-631D-4D06-B8FE-A5825BA1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70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im vorgesehenen geschützten Ordner speichern.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1C3B9-0A5E-4075-B3FD-CE9901B7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315BB-7338-4B9B-95D1-4717998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36EDD-2CAF-4950-9FAA-BD49BC39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private Cloud oder privaten USB-Stick verwenden.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EF22F-908B-4DA8-A0D6-5CD0665F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4A6C6-0076-4246-9D05-CE8E46E1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F2A4E-2FBF-4B41-9A68-734BE26A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Nicht mehr benötigte Arbeitskopien nach Vorgabe löschen.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FA54095E-597D-40BE-86FD-DF95A4FB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AF570-7190-4E3B-A453-07BCA13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A6C45-41E2-4713-9B54-C3CD28F2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2E25E-1339-4D80-ABE0-0EC70D9C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929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Datei liegt nur am freigegebenen Speicherort.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A7FA0962-E6D0-418F-9168-BA8C36BE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B6E02-1328-40BF-AB15-A7979F7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D51D1-C79A-4529-B479-1F80754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ECE3E7-F0C2-400B-902C-B7ACD385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Download startet nicht: Browser-Download, Sitzung und Berechtigung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C58CF5F0-81A9-46FE-A915-8FF296D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EFD25E-301A-4D6A-B9F0-7B2F0325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072918-10EB-4715-ADC7-0A4A2749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735C53-C78F-4520-B452-762CE1A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B6D46E-072D-47AD-A0B3-AFE65B4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Browser-Download und freigegebenen Zielordner · keine echten Daten zeigen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F065FB-A888-4A52-8421-DB6F4485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9C0B8CA2-6AD7-4E86-AD54-55E68D7F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A790D17E-7344-4666-91D4-FF58E59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95F4757D-D0A9-4F36-9C97-A296F83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D37C15-6D80-489D-96F3-4310DCF4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6D42FA-4D53-4656-A930-F9A56D3B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75DB35-DF8A-4B64-A0FE-8D463203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7B08E9-6945-438C-941C-BDACB60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56142397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C1FC5-550A-47D7-B637-13CD8B5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96B7A-F860-4BD6-827F-15EC5E2D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b87afff084f10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76F3A-8CED-4A16-8FB9-34B67C1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2D5A0-2722-4434-89FD-036D78AC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SUCHE, FILTER UND NAVIGATION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75C07-6A20-4900-A67D-B88A3A1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Datensätze schneller finden und Filterfehler vermeiden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78EA9-3D88-4CBB-8DE5-DF060B85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C5D6D-FF09-4864-AAFA-B004396B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98BAE-97F0-4721-B5A5-D3CC7A79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C5E3F-B800-4CEF-BDB5-A98AA72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71126375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50ae97ae14ed1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EAD4A-7AC8-466E-B6CF-911AB808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13 · SUCHE, FILTER UND NAVIGATION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A0D2A7-A046-43CC-A0D2-51BD3BBE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Mit der Suche beginnen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0DE70-4514-4D2A-BDE6-69C4B4C0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D4CC0-0D47-40C9-8B51-A5C44849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2A83A-02B5-48DB-9F99-96787F9A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Eine Liste schnell eingrenzen.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6F533-E590-4D67-B181-3C9A3F61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86085-79FD-4F16-BC94-73B94BC2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richtige Übersicht ist geöffnet.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88479-0F5F-4B54-8CB0-8DD5F464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1EC51-D90C-461F-B39C-08C63845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8F129-ECCA-4B0B-BEE7-6DC34FF8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74777-B264-4394-8F2A-FF89E899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Kurzen eindeutigen Suchbegriff eingeben.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3C0FA-CA92-4AF5-BE1A-0766E792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9B1F5-5788-4928-BF31-B3825239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2E52C-B3FE-4DA0-9B19-B9DC02A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Suche ausführen oder Eingabe abwarten.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72F8E-6BBE-4EA5-BEB0-E90702F9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C1BD2-F9CE-4111-954B-5F9DFD79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F15B3-4985-4C6C-8147-1EC3D047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Treffer anhand von ID, Projekt und Kontext prüfen.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FE7A0-C0B5-4222-892D-3D3E9CD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63C73-A9C4-445C-BA82-ED7307FE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DE23F-5974-4F43-833E-A8E4B992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Bei null Treffern Schreibweise verkürzen.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B344C531-4030-4C56-BAB6-7C224583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7D476-4AAD-4C9C-A5DE-948ADB74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24E5B-56C2-40D7-8666-CB8E316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59494-2961-421F-AEA5-3BF3588A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Trefferliste enthält den gesuchten Datensatz.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9AF4FF04-42BE-4D85-9BF4-33338A06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12C8A-A836-4CD4-B1CA-1648B4C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78F90-0C6D-4589-B19D-9A450FA4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943C6-2560-4CFC-84EF-F4D27121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Suchfeld sucht nur sichtbare/erlaubte Daten; Projektkontext prüfen.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641D047A-CEBF-44D7-A935-32659CE4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51C54-7134-4A10-8D7B-18A8604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38C52A-04A3-4D86-99B8-AB867169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66F42D-8CCF-4C85-AE87-BA1E841F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BFA93-32BD-441F-8954-F299981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Listenansicht · Suchfeld und Trefferzahl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48128E-6676-4A55-B6B9-C883FA65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C19866D2-72CB-41DB-BF4C-630FDAE1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813B7AE8-628D-417D-8531-7F42BD89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359D601E-0FBB-4E6F-93F5-0B2FE051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6F2A0F-B0F1-4D33-873D-DB6A65C2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7A59F-FEF0-4B89-BBD7-BCC8408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478D50-F8B4-4F0B-89C1-DD479CA6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38D20B-EDD2-40E0-93F6-1961EE65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68628967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30e8f0c7840a3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D286F-8BB6-41EC-A790-2428A22B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13 · SUCHE, FILTER UND NAVIGATION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A090AE-ADD0-4EA0-A4B0-65F409A9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Filter und Sortierung gezielt einsetzen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F1DF2-8303-4C5D-AC7C-2FC79D6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0892D-626F-48EE-96EA-2438933E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19D16-81F1-4E6C-B784-F1B2898D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Große Listen zuverlässig eingrenzen.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A3E39-6134-4F20-B1C0-05BC4B62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53011-4C29-4CF6-B39E-81B8229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Filteroptionen sind sichtbar.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597B6-5742-4ED8-B196-45DC99AE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A2969-501D-4F1A-AF2C-D580EFDF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F04C6-823C-49F6-AF52-BAFDA8F4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C026F-ADD7-4E99-A4E4-AE849315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einen Filter setzen.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74F7B-CD3D-46FA-B12A-FEFE4F18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EFD34-025A-43CA-BB00-050F1AF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060DA-B8B2-433D-ABB1-C27DFB7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Treffer prüfen.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538C8-5DE2-44D8-8A25-2066FCF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4603E-B141-445E-9979-71B7AE2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1C9ED-2DD5-4D91-B9A4-EBF763BF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Weitere Filter nacheinander ergänzen.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58562-EB37-44A6-B445-255CDF5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AEB16-6534-43B0-9651-383AFC41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14E9E-CC05-474E-8E5E-7CC0D3BA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26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Spaltenkopf oder angebotene Sortierung verwenden.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1496AC0B-581A-4CCA-98BB-0212B50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47EEB-C858-4067-941D-9670E77A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C6D91-44B3-497A-829D-42F9C12C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30909-DC9C-464D-B4F0-A74525E3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Filter erklären die verbleibenden Treffer eindeutig.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473BF98D-28D4-4F62-9D1B-074C10D2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0DC09-7321-4058-9E18-6A6C8782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1C5D2-43AE-4E04-8981-B42C555C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C5E25-CA95-4A15-8624-F42D93F3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98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Leere Liste: zuletzt gesetzten Filter zurücknehmen.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4FBFDBD8-C23E-4A95-B0C9-EB6CAD89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504FE-1108-46C7-84D5-CC4E42D4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53F85-424F-45BC-947E-E2C41E3F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E4552-F5CB-4AFD-8355-1DBAEB6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0FD345-B6D7-4EEF-8524-BD0AE137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Teilnehmer- oder Materialliste · Filter und Sortierung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C3D9BF-29F9-47C9-BCC3-1261903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38EA0B34-1AF6-46FB-9AF4-CFCF0BFD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71B75901-FE7D-47FD-9E59-EF8199EF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2D7E8BDE-9F92-4659-9EE0-7D718F91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B215C1-442E-4941-B403-0CEFB478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96CCBD-AEC8-459A-AF7D-F16B1A8D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AC9D0-D3EB-4F12-BC97-72F63467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2ECC61-A159-4624-A17A-2A9EBC78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14040149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364a27f544c24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F9C3D-E819-4EFA-9216-5FB51918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13 · SUCHE, FILTER UND NAVIGATION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D8FC2B-1B83-45A3-B6EA-A0E3072E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Seiten wechseln und Filter zurücksetzen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D66A8-DDF5-4152-8C04-68DBB8B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A1805-E503-426F-B100-49788938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59BA6-19CF-4ADD-912A-4E91F40F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Alle Treffer sehen und wieder zur Ausgangsliste gelangen.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E373C-8197-4B21-B414-421F1D59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23705-AB0F-42A2-98BD-FC93167F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Die Liste enthält mehrere Seiten oder aktive Filter.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D54A8-0F6C-4E4E-A888-799A693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FD4EB-DECD-4319-9197-251C859A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D777B-4085-4490-A85C-92B26EA9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2F02E-7822-4AB5-8415-7C572C6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Seitenzahl bzw. Weiter/Zurück verwenden.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4847C-6BEA-407E-9384-8355ED81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6BAE8-CF05-48F4-BD30-8806EC06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AC564-D02E-4AB9-870C-D101C81A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Nach dem Seitenwechsel Kontext erneut prüfen.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DE550-0873-40D1-BF63-0D9270B8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45214-209D-4BAC-AA20-B4956E6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32D25-2862-46E9-A797-5E8F6D8D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322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Filter zurücksetzen wählen oder Felder auf Alle stellen.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C88D9-6B92-4CD6-8C0C-FA17AFA1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D0318-F145-43C7-B965-BCAF3F59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0DA53-81D1-49FA-9DD4-4780A7C7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49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Sicherstellen, dass die vollständige Liste zurück ist.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C8DBAB22-BBFD-45D5-B62E-B68E0FDA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08176-CC00-46EC-9BDA-AE96554D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819252-A233-40DA-9773-81BFEC29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8C4DEA-6E7E-4061-8EE1-9AED16FC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Filteranzeige ist leer; vollständige Trefferliste erscheint.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1B541CCC-A180-4BAC-A83C-39592E2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E50F0-C617-4A1E-8B39-5B816758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00D9A-7261-4437-9279-5AD306D5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B9745-98E3-423D-B43C-E1BF64D6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Browser-Zurück kann Formularzustand verändern; bevorzugt interne Navigation nutzen.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253DA54F-BAC5-4EB8-AE8B-5367823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871910-BC6C-40D6-8DB9-AFD52745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87D836-C459-44E3-B1DF-C2FA3AF1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797EA8-2630-4AB9-BE8F-6CC1E77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966A21-70AC-4B93-B95C-4874B11B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Liste · Seitennavigation und „Filter zurücksetzen“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855701-48A9-4936-8B73-1DDE7FFF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6E796384-2FC5-443C-A871-FD99ACED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81727E77-2FE9-4C24-A2D3-F0A277B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297333C3-1883-454F-AB8A-4275FA1A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0632F7-7740-420D-93D9-19104A0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1CADBE-5BE5-48D5-948B-E9FEA466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ECC389-32E1-4CAB-A807-1361C3FD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29D649-F783-4CA5-A535-AD2F88C0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52599460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A6C95-E4D3-459B-A648-F387284A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75769-CFF5-40B6-95F4-F7A504F0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a04d69f54699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BEF73-9A30-434F-AF1B-E71F4F6C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DEC77-C3C0-46EF-B547-88D701C0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DATENSCHUTZ UND SICHERHEIT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7826C-0F22-4F26-B960-5ACC76C0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Personenbezogene Daten nur geschützt und zweckgebunden verarbeiten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F8639-1E58-411C-9A2D-781EF11E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CEE3C-66B7-4004-9781-6599AD41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1EE40-F45C-4CBC-B65A-A156DAF3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84C9C-DAC2-4C41-A728-79B3E362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8284126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fc07c58ca4ec5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AAE90-5139-4328-B17A-12BFEACE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14 · DATENSCHUTZ UND SICHERHEIT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B39670-B80F-4884-8CE2-198181B3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Das Benutzerkonto ist persönlich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34FB1-1021-453C-B794-7047523A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6B076-66D9-4F4B-99C0-EA1F0527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8CBE4-EA48-4351-8818-57B0F209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34990-3B82-4F57-AB94-9D17533A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Nur eigenes Konto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BE5E8-2269-4EAC-9597-C265CE8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gemeinsamen Anleiterkonten und keine Weitergabe von Zugangsdaten.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4F3EE-B95C-45B6-AB68-C6997E8C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CB000-54CB-4C24-AE0C-E8DE3F1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7AB0C-8689-449F-AA79-1D500C8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Starkes Kennwort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CF480-32B5-41EA-A183-5BDBCE6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Lang, einzigartig und nicht für andere Dienste wiederverwenden.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5BE40-7A2B-4271-8DD9-AEC54172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E109D-BCBD-4B1C-8EC7-FBC61D4F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D8B5F-8A63-45B1-9101-D1620797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Bildschirm sperren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E10A6-B62F-468A-99CB-334D8627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Arbeitsplatz schon bei kurzer Abwesenheit sperren.</a:t>
            </a:r>
          </a:p>
        </p:txBody>
      </p:sp>
      <p:sp>
        <p:nvSpPr>
          <p:cNvPr id="17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67F5D93E-45C4-4723-AB42-314C43C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45FDB-7F27-4DB5-A33E-144CFD41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27619-E966-4C6A-8A06-3DB21C30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141C1-BD37-4F03-A0F6-A7286CAC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Handlungen in Matrix sind einem Konto zugeordnet. Das schützt Betroffene und Mitarbeitende.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EB50C-30B1-42DB-8133-A322C00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8EEB8-907E-47A8-B19B-694A39F0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1DC99-31A5-497D-8767-BD366E39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192056468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515505ce04862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38ACE-FF1F-4DCF-B477-FCBCDB48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14 · DATENSCHUTZ UND SICHERHEIT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1465AD-B511-4301-B815-7955AF51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Keine echten Daten fotografieren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C40BA-A872-4373-AC0C-ED95EEE3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44157-C26A-40AF-93B7-36CFC298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AB267-572C-430D-839A-467A82CD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A99B8-546C-45A0-90D7-DA40A068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Screenshots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054B8-7F1D-4FC6-B576-79169316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Für Schulungen ausschließlich anonymisierte Testdaten verwenden.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7D7BE-8298-42A8-B211-03D40E76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32D5-7595-45FC-A1BB-5F82EA87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0CEB3-3202-43DD-A7AB-88D6ED8C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Kamera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E8064-40F9-44CB-9709-7FD2C31F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Keine Fotos von Bildschirmen, Listen oder Auswertungen mit echten Teilnehmendendaten.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200EE-207C-4E83-B3CB-4996D5DE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6301D-5509-41F7-9188-AF2FD48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EAD93-8136-421E-908B-B2D155E6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Präsentation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A4A13-B58A-41CA-8146-3C9016C4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 jeder Weitergabe Namen, IDs, Adressen, E-Mails und Freitexte prüfen.</a:t>
            </a:r>
          </a:p>
        </p:txBody>
      </p:sp>
      <p:sp>
        <p:nvSpPr>
          <p:cNvPr id="17" name="callout-Achtung">
            <a:extLst xmlns:a="http://schemas.openxmlformats.org/drawingml/2006/main">
              <a:ext uri="{FF2B5EF4-FFF2-40B4-BE49-F238E27FC236}">
                <a16:creationId xmlns:a16="http://schemas.microsoft.com/office/drawing/2014/main" id="{1F157F22-C257-4A14-BC8E-57AC97BF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5475E-A9F4-4B07-8389-1113D21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3B9C0-82E1-4BF3-A23A-4BDE0B13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ACHTUNG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85976-63DD-4E6C-93A3-6B0D9E95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Auch kleine Bildausschnitte können Personen identifizierbar machen.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13B9E-AD2A-4C66-9045-03E51615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06266F-8905-4C73-B488-A6B4F6E2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BE0ABF-28E7-4D17-883A-23367D6D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19034570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7cc0a26d74319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A0A74-CF44-4F4D-8229-965B29C3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14 · DATENSCHUTZ UND SICHERHEIT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C09504-F2A5-41CF-ADDB-AEF8B7D0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Downloads und Nachrichten schützen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CBB46-E916-4047-B1C9-FFF30782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64AD0-DC51-4121-BAEE-3AD8E03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3A802-F1FA-437A-B2F2-63047F14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3ACB9-AFB8-4877-ADA6-98BB5184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Speicherort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3AB24-3A0B-4E32-9E31-38E00CB8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Nur dienstlich freigegebene, geschützte Ablagen verwenden.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ABEBE-5D2D-4B2D-95FD-1F362BDE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7376F-11C1-4D22-BD4A-A6CD1FA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05ADC-96AE-451B-982D-4EC7649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Versand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BB519-0DDA-4FD2-AB91-C4696102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Teilnehmendendaten nicht unverschlüsselt per E-Mail oder Messenger versenden.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8E377-D559-453B-975E-86A13831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9F053-10AA-4FF4-8538-3CFDDB22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2226B-D27A-43A2-BF2D-F4281E14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Aufbewahrung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C46A4-337E-4ADB-927D-D584B75C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Arbeitskopien und Ausdrucke nach geltender Vorgabe behandeln und entsorgen.</a:t>
            </a:r>
          </a:p>
        </p:txBody>
      </p:sp>
      <p:sp>
        <p:nvSpPr>
          <p:cNvPr id="17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C0A73A26-BE7D-44BC-B5BC-D02AC1CC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363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4D905-7DEE-476A-AD94-D84380F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414B0-7828-4F1A-903F-198DED6D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5369E-82DB-4656-90A4-3544465B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629275"/>
            <a:ext cx="879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Im Zweifel vor Export oder Versand Datenschutzbeauftragte bzw. Projektleitung fragen.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29EFB-BD69-4AA1-91A7-BE3445A6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692FB-33B6-42A1-AD48-A5ECA394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5FB1D-3FD1-491B-93B4-007884FA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2130787595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31698b6d0482d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8D0ED-C117-46E3-B840-8DA76BCC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14 · DATENSCHUTZ UND SICHERHEIT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6713E1-5D10-4DB2-A8B7-93B67BA8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Datenschutzvorfall richtig melden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0CDBF-3278-45E4-A848-7F3C9BB8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F3AAB-512B-4652-99D0-BA6EFEAA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BC134-33A6-4D72-9D75-4B6EA766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Schaden begrenzen und schnelle Hilfe ermöglichen.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F1280-AD64-496A-8F12-226CF429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0B398-CDBE-4271-A63A-47E7A1A7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Verdacht auf Fehlversand, Verlust oder unberechtigten Zugriff.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57780-1130-4004-A4D1-326EB34D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6C33A-BBD9-4F0B-AFE7-4D5B17E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67AEE-65E5-4C0A-9A32-45E5931C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6C1DA-2436-4F8E-BC0C-D0BFD74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Nicht weiterleiten und keine Spuren löschen.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659E4-BEF4-4473-8F5F-726C6CF2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B9AEA-60D1-45E9-89C0-B71BDBBE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F5601-3BEE-4AC4-8054-59784751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Zeit, Art der Daten und Empfänger notieren.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9E3AD-687F-4667-A76F-5780B01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BA812-8BCC-41EA-A123-E4471D0E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B5CC2-734F-45EB-B079-5BC926A7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1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Unverzüglich den festgelegten Meldeweg nutzen.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C20DB-C180-4355-9C5A-89663689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15331-FC30-426D-A88E-DA29022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B12C7-AB8D-4993-8F92-FD65A221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Anweisungen von Datenschutz/IT befolgen.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A57B540F-94E0-41A1-96B1-011D684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2F7AA-E946-45E2-AC58-50AA96B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79747-588D-4370-B306-E81F203B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A624B-85DA-4DB2-8FB5-C66E684E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Vorfall ist ohne Verzögerung an die zuständige Stelle gemeldet.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6752F2B-4BB7-4488-AA7F-CE8CCC7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D23607-3AA4-46A4-B7E3-62BA2942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937F0-1A36-452C-8011-30134AC2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22B7E-8B79-469D-8808-CCBFD948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Nicht selbst vertuschen oder eigenmächtig Empfänger kontaktieren, wenn der Meldeweg anderes vorsieht.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71982DD5-C116-4C9B-AF01-24894C38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4233B-1BDF-49A7-B8D1-35FC81A3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2BC3E-E100-4134-A018-4DD2EAE0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FE0A3F-9E8D-4695-A105-BBBF89A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DE1BEC-C8DF-4E87-A3C5-59598DD5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Interne Meldeinformation · nur freigegebene Kontaktdaten einsetzen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7FDEDC-627F-41DB-9A2F-995F9052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DC8741D2-8ED3-462F-B9F9-7D6D494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D7BAE8D6-771B-425D-8249-5AF653A2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0493A1FA-6711-4467-A378-339709C2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FB1140-BA89-4328-A988-DE199088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9F5B24-E3EE-4A85-9E57-9DB5BE11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308665-DFAD-459D-BDFD-BC45DF3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B57943-D719-4F50-A7BD-3CD3CF48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85714002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f78ec8faa4a47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A8CB0-D4EB-4E09-8C08-051AFF7F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14 · DATENSCHUTZ UND SICHERHEIT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DF4AE5-620A-4567-BE2B-E9BADF3F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Arbeitstag sicher beenden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8916E-A7E7-4934-8AFA-3B9015FC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97D7-6850-4404-A336-B9E45C3C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WOFÜR?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4A32B-9155-4FAF-9175-0CB535E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Offene Sitzungen und sichtbare Daten schließen.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98380-27D7-4C77-9ABF-D829D3BA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63A7D"/>
                </a:solidFill>
                <a:latin typeface="Montserrat"/>
                <a:ea typeface="Montserrat"/>
                <a:cs typeface="Montserrat"/>
              </a:rPr>
              <a:t>VORAUSSETZUNG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3D3EE-5F4B-4716-8842-2ABF5DA5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Alle Eingaben wurden gespeichert.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BA047-34FD-4438-8F97-2177961D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SCHRITTE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C784A-D7FA-4C17-AD94-9857C38B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B3117-10DC-4300-9B7C-CA90C963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E0696-CAB2-4A36-B785-FD1AA4A1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Letzte Rückmeldungen prüfen.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1E2DC-9A25-40BF-B5CC-ABF9785A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24026-6593-4DD2-87DF-D9B8772E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E926E-1E26-40A0-A358-D3925D34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Offene Exporte schließen und sicher ablegen.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065C64-2C05-47CE-B946-3A58EEC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23F36-97B2-4B46-ACB9-41B1178B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3120B-7338-48AB-AFF8-1533B664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Profilmenü öffnen und Abmelden wählen.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53B52-06E7-442D-8B2C-77641BE0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CA2AE-3362-456C-A9C7-60AD6E87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7B8C9-5FC6-47EF-A196-CFFF56EF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11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737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500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Browserfenster schließen; Ausdrucke wegräumen.</a:t>
            </a:r>
          </a:p>
        </p:txBody>
      </p:sp>
      <p:sp>
        <p:nvSpPr>
          <p:cNvPr id="22" name="callout-Erfolg">
            <a:extLst xmlns:a="http://schemas.openxmlformats.org/drawingml/2006/main">
              <a:ext uri="{FF2B5EF4-FFF2-40B4-BE49-F238E27FC236}">
                <a16:creationId xmlns:a16="http://schemas.microsoft.com/office/drawing/2014/main" id="{5FE93E28-5E6C-46B1-8C3F-72227783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57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11430">
            <a:solidFill>
              <a:srgbClr val="238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56850-F179-4CAE-8245-8CEFD571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A5B"/>
          </a:solidFill>
          <a:ln xmlns:a="http://schemas.openxmlformats.org/drawingml/2006/main" w="0">
            <a:solidFill>
              <a:srgbClr val="238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B0139-4414-4544-A1B3-7162B10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38A5B"/>
                </a:solidFill>
                <a:latin typeface="Montserrat"/>
                <a:ea typeface="Montserrat"/>
                <a:cs typeface="Montserrat"/>
              </a:rPr>
              <a:t>ERFOLG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4F780-C702-47C6-8D02-2DD6E7A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5307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8947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Anmeldeseite ist sichtbar; keine vertraulichen Unterlagen bleiben offen.</a:t>
            </a:r>
          </a:p>
        </p:txBody>
      </p:sp>
      <p:sp>
        <p:nvSpPr>
          <p:cNvPr id="26" name="callout-Fehler">
            <a:extLst xmlns:a="http://schemas.openxmlformats.org/drawingml/2006/main">
              <a:ext uri="{FF2B5EF4-FFF2-40B4-BE49-F238E27FC236}">
                <a16:creationId xmlns:a16="http://schemas.microsoft.com/office/drawing/2014/main" id="{63ACF422-BF3A-4E02-8932-AF0CF9A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457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1430">
            <a:solidFill>
              <a:srgbClr val="B840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786019-F904-424C-BD2B-7055496F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03A"/>
          </a:solidFill>
          <a:ln xmlns:a="http://schemas.openxmlformats.org/drawingml/2006/main" w="0">
            <a:solidFill>
              <a:srgbClr val="B8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FBBB5-62BB-48E2-9E95-BB4D75E3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B8403A"/>
                </a:solidFill>
                <a:latin typeface="Montserrat"/>
                <a:ea typeface="Montserrat"/>
                <a:cs typeface="Montserrat"/>
              </a:rPr>
              <a:t>FEHLER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97E6F-10E0-488F-AE83-9B62E2B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6105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1403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Abmeldung reagiert nicht: Seite schließen und IT melden, wenn Sitzung offen bleibt.</a:t>
            </a:r>
          </a:p>
        </p:txBody>
      </p:sp>
      <p:sp>
        <p:nvSpPr>
          <p:cNvPr id="30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9606E0CA-548A-4C78-BA22-77D9B49A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9626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3DD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0ABFB-999F-4B3F-89EA-C2A9D31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266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148807-D484-4E0A-A3B3-E18B3956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SCREENSHOT-PLATZHALTER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BF4BB3-338E-458C-B2BF-26E47BC0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07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Anonymisierten Matrix-Screenshot einfügen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2A8C4F-252F-41AA-A2F8-92597AA1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76600"/>
            <a:ext cx="4400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5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Profilmenü · „Abmelden“ und anschließende Anmeldeseite markieren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E9C5D9-E2E5-4BF5-B590-3ADF91F4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defRPr>
            </a:pPr>
            <a:r>
              <a:rPr sz="1275">
                <a:solidFill>
                  <a:srgbClr val="B8403A"/>
                </a:solidFill>
                <a:latin typeface="Circular Std"/>
                <a:ea typeface="Circular Std"/>
                <a:cs typeface="Circular Std"/>
              </a:rPr>
              <a:t>Vor dem Einfügen: Namen, IDs, E-Mail-Adressen und Freitexte anonymisieren.</a:t>
            </a:r>
          </a:p>
        </p:txBody>
      </p:sp>
      <p:sp>
        <p:nvSpPr>
          <p:cNvPr id="36" name="target-ring">
            <a:extLst xmlns:a="http://schemas.openxmlformats.org/drawingml/2006/main">
              <a:ext uri="{FF2B5EF4-FFF2-40B4-BE49-F238E27FC236}">
                <a16:creationId xmlns:a16="http://schemas.microsoft.com/office/drawing/2014/main" id="{3DAE8F7A-94CE-4D5D-8763-A34E3C8D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76475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7B9D"/>
            </a:solidFill>
            <a:prstDash val="solid"/>
          </a:ln>
        </p:spPr>
      </p:sp>
      <p:sp>
        <p:nvSpPr>
          <p:cNvPr id="37" name="target-arrow">
            <a:extLst xmlns:a="http://schemas.openxmlformats.org/drawingml/2006/main">
              <a:ext uri="{FF2B5EF4-FFF2-40B4-BE49-F238E27FC236}">
                <a16:creationId xmlns:a16="http://schemas.microsoft.com/office/drawing/2014/main" id="{B5D29E69-D097-4D7D-909F-EACED13E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781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7B9D"/>
          </a:solidFill>
          <a:ln xmlns:a="http://schemas.openxmlformats.org/drawingml/2006/main" w="0">
            <a:solidFill>
              <a:srgbClr val="FF7B9D"/>
            </a:solidFill>
            <a:prstDash val="solid"/>
          </a:ln>
        </p:spPr>
      </p:sp>
      <p:sp>
        <p:nvSpPr>
          <p:cNvPr id="38" name="marker-circle">
            <a:extLst xmlns:a="http://schemas.openxmlformats.org/drawingml/2006/main">
              <a:ext uri="{FF2B5EF4-FFF2-40B4-BE49-F238E27FC236}">
                <a16:creationId xmlns:a16="http://schemas.microsoft.com/office/drawing/2014/main" id="{869D7C8B-DB97-4324-B7B6-470DDFB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48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234F"/>
          </a:solidFill>
          <a:ln xmlns:a="http://schemas.openxmlformats.org/drawingml/2006/main" w="0">
            <a:solidFill>
              <a:srgbClr val="3323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502CC4-4562-47DB-AB78-A9449B1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05D80D-BA6F-42E4-A7E2-988C322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EDEECC-976B-4BB3-B1B3-7BE15F40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3CC283-2BA9-4B27-868C-47517274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1574315672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47D77-4983-4782-BDAD-02377736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40B97-45B7-45BC-89B8-A674BCF9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88fcbf5c44aa5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7A701-9EE1-4D8E-A9DB-04F6C2CA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681FC-5F00-4BCB-9EE0-35F28C76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HÄUFIGE FEHLER UND LÖSUNGEN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AF1BA-2B81-413E-9EB5-13DBAC0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Problem, Ursache und nächster sinnvoller Schritt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B186-3E23-414F-92AD-E6829BB7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CB5A3-7B3E-42B8-A34A-B36A05E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CD32A-32CF-4EF2-887D-8CFB7051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F0B91-64DB-4D7F-8B07-F9921541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74424556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aef8fe4fb45fa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407F4-D18A-4D52-B04E-387A71D0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15 · HÄUFIGE FEHLER UND LÖSUNGEN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10C5B7-F2FC-418F-879C-A3596AB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Zugang, Projekt und Gruppen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B6E48-0F4A-4490-8A66-957314E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62729"/>
                <a:gridCol w="3477986"/>
                <a:gridCol w="4379686"/>
              </a:tblGrid>
              <a:tr h="800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Mögliche Ursache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Lösung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Anmeldung funktioniert nicht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Eingabe falsch, Konto gesperrt oder Sitzung gestört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Eingabe prüfen; Kennwort-Rücksetzung oder IT nutzen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Falsches Projekt wird angezeigt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Anderes Projekt ist aktiv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Projektwechsler öffnen und BvB Reha wählen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Gruppe ist nicht sichtbar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Filter, Projekt, Zeitraum oder Recht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Filter löschen; Kontext und Berechtigung prüfen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Fehlende Berechtigung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Rolle/Recht nicht zugewiesen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Konkreten Menüpunkt und Aufgabe an Administration melden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6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1CB59A15-1F8B-47FF-84F6-1F6D05A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D0505-9244-408C-B381-49A7D76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FF74F-5CCC-4196-A950-D220B24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ED1E4-2AF0-43D2-8AF0-AF474F93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91225"/>
            <a:ext cx="924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029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Fehlertext, aktives Projekt, Gruppe und Datum notieren – aber keine personenbezogenen Daten in ungeschützte Tickets kopieren.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A2128-A44F-44DF-A923-0D056D7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606E3-E5D9-41CB-A1F6-9C243CE3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19437-7D66-4FE4-8D27-A5A59CF2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81757573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44a9e20674c65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01514-367E-471C-AF5F-499C1EE9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15 · HÄUFIGE FEHLER UND LÖSUNGEN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885536-8E31-4C3F-82C5-4BA55E69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Teilnehmende und Dokumentation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2D40E-E019-4A97-A8F6-BCBD84B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62729"/>
                <a:gridCol w="3477986"/>
                <a:gridCol w="4379686"/>
              </a:tblGrid>
              <a:tr h="800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Mögliche Ursache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Lösung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Teilnehmer kann nicht hinzugefügt werden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Falsches Projekt, Zeitraum oder bestehende Zuordnung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Projekt und Gruppengültigkeit prüfen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Teilnehmer ist doppelt vorhanden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Vor Neuanlage nicht ausreichend gesucht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Nicht weiterbearbeiten; Dublette an zuständige Stelle melden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Änderungen werden nicht gespeichert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Pflichtfeld, Validierung, Sitzung oder Recht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Markierte Felder und Rückmeldung lesen; erneut anmelden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Klassenbucheintrag fehlt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Falsche Woche/Datum oder nicht gespeichert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KW, Datum, Status und Eintragsliste kontrollieren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6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D8CE6459-80E1-48BC-AB4D-A820C7F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87935-FD9E-4D80-9C20-EB0F67B3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2A091-5A78-4D17-A2A9-6E95F9CA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1A721-DDFD-4B7C-9021-F993D733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91225"/>
            <a:ext cx="924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029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Fehlertext, aktives Projekt, Gruppe und Datum notieren – aber keine personenbezogenen Daten in ungeschützte Tickets kopieren.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DFC55-1CDF-4AB1-8987-2B80AF1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35ED8-A1E4-4FCC-8F0D-EA054840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D075F-7475-450F-B62D-3FEC20A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29994896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6F4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aa05658244cf0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F56A5-6EB7-4FDB-A93D-C7AEB1EA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15 · HÄUFIGE FEHLER UND LÖSUNGEN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422526-917F-4F40-93CA-1F5C751C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Auswertung, Bestellung und Download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6C656-911F-4223-99B0-D49BE2C4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4286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62729"/>
                <a:gridCol w="3477986"/>
                <a:gridCol w="4379686"/>
              </a:tblGrid>
              <a:tr h="7143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Mögliche Ursache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Lösung</a:t>
                      </a:r>
                    </a:p>
                  </a:txBody>
                  <a:tcPr marL="91440" marR="91440" marT="45720" marB="45720" anchor="ctr">
                    <a:solidFill>
                      <a:srgbClr val="33234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Potenzialanalyse ist unvollständig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Bewertung oder Berichtsfeld fehlt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Teilnehmer und Schritte 1–3 vollständig prüfen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Materialanforderung kann nicht gesendet werden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Pflichtangabe oder Position fehlt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Projekt, Kostenstelle, Datum, Artikel und Menge prüfen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Download startet nicht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Sitzung, Browser oder Recht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Neu anmelden; Downloadfreigabe und Berechtigung prüfen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Sitzung abgelaufen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Inaktivität oder Sicherheitsablauf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Seite neu laden, anmelden und Eingabe erneut prüfen</a:t>
                      </a:r>
                    </a:p>
                  </a:txBody>
                  <a:tcPr marL="91440" marR="91440" marT="45720" marB="45720" anchor="ctr">
                    <a:solidFill>
                      <a:srgbClr val="FAF9F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3234F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Falsches Datum oder falsche Gruppe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Kontext vor Eingabe nicht geprüft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32D"/>
                          </a:solidFill>
                          <a:latin typeface="Circular Std"/>
                          <a:ea typeface="Circular Std"/>
                          <a:cs typeface="Circular Std"/>
                        </a:rPr>
                        <a:t>Nicht fortsetzen; richtigen Kontext öffnen und korrigieren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-Hinweis">
            <a:extLst xmlns:a="http://schemas.openxmlformats.org/drawingml/2006/main">
              <a:ext uri="{FF2B5EF4-FFF2-40B4-BE49-F238E27FC236}">
                <a16:creationId xmlns:a16="http://schemas.microsoft.com/office/drawing/2014/main" id="{1E13245E-02C3-4926-9B7D-B4F4D31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1430">
            <a:solidFill>
              <a:srgbClr val="FF82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A19F5-417E-4328-A7B6-CD30ABFF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524EA-ED4B-4303-AC04-3C0EEB5D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D96500"/>
                </a:solidFill>
                <a:latin typeface="Montserrat"/>
                <a:ea typeface="Montserrat"/>
                <a:cs typeface="Montserrat"/>
              </a:rPr>
              <a:t>HINWEIS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6C687-F5EA-43D8-A39C-4B25D73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91225"/>
            <a:ext cx="924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029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Fehlertext, aktives Projekt, Gruppe und Datum notieren – aber keine personenbezogenen Daten in ungeschützte Tickets kopieren.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3EE3E-DC4E-4B61-98C7-D39B32FA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97E98-100A-49AB-BDB3-16B3CBC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6F7EA-8184-4A86-8F72-916042F9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210141465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B8DBE-B4C4-433B-B67D-4996E41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-1333500"/>
            <a:ext cx="6667500" cy="666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9927D-B594-4863-B270-1EBB3CB1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9F7"/>
          </a:solidFill>
          <a:ln xmlns:a="http://schemas.openxmlformats.org/drawingml/2006/main" w="0">
            <a:solidFill>
              <a:srgbClr val="EEE9F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65c7ece914d3f"/>
          <a:stretch xmlns:a="http://schemas.openxmlformats.org/drawingml/2006/main"/>
        </p:blipFill>
        <p:spPr>
          <a:xfrm xmlns:a="http://schemas.openxmlformats.org/drawingml/2006/main">
            <a:off x="685800" y="609112"/>
            <a:ext cx="1619250" cy="7058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AFD22-D082-47A9-B268-B7C0971D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A5CD2-CADB-4D6D-9912-0E1CC324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CHECKLISTE FÜR ANLEITER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F4D7E-FDFB-4955-98FD-4F2E6AA9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defRPr>
            </a:pPr>
            <a:r>
              <a:rPr sz="1875">
                <a:solidFill>
                  <a:srgbClr val="68636F"/>
                </a:solidFill>
                <a:latin typeface="Circular Std"/>
                <a:ea typeface="Circular Std"/>
                <a:cs typeface="Circular Std"/>
              </a:rPr>
              <a:t>Vor dem Abschluss jeden Punkt bewusst bestätigen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6B52D-E099-4B3B-9221-CCE906DC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857250"/>
            <a:ext cx="276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1F805-3F50-47CC-95DB-C33AF7E5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D92B6-39A5-4AD7-8C1C-0EDAC6E3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6F2D1-2164-422F-BD23-949D370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171307829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ffef3663a4d42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4F26C-905D-4A2B-A95C-722211AA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16 · CHECKLISTE FÜR ANLEITER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907387-0B68-4701-BEF6-A3AC461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Kontext und Vollständigkeit prüfen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4A47B-4F48-4360-B76D-97361D47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9BFDCE2D-4CAC-4997-8FA4-F177EAFF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47939-5244-4705-809E-65C8A2FD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Bin ich im richtigen Projekt?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F0DD0-62DC-4516-AE4B-42B9EDA9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79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8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75EE9703-39AC-4FFE-B1D7-85EC858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ADEC6-687B-4713-B9C4-99FC56D2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Habe ich die richtige Gruppe ausgewählt?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8E20B-8A17-44E1-A792-F559875B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242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1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2F11C31B-2FC0-4B4E-8F95-EE1DF0EF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5FA4D-68AA-4D4E-BB4D-27BA7297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Sind alle Teilnehmenden korrekt zugeordnet?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9BD6D-D6FD-4D80-9730-346C97A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4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CE726D7F-DD4D-4DB8-8E6D-4D12FC20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D2569-4C19-43E7-ADD7-2514E08F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Ist die Anwesenheit vollständig?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632BD-9161-4D4E-804E-6791B7A3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7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97B9D1FC-DFB4-4885-84FD-B0D793C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EA3E2-9793-4892-874F-84CB0DF8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Sind Beobachtungen sachlich formuliert?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C1FE7-B0DC-4B1A-B8D3-C3A0B47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0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D30CB099-CCBC-4087-A24F-427790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69E6C-1271-49A6-BA5D-E03EB40A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3AF7F-31FE-46C4-BCF6-B9905316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D67BA-A8E2-4F14-878D-180EBAB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91225"/>
            <a:ext cx="842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Erst wenn alle Punkte bestätigt sind, den Arbeitsschritt beenden.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42085-57A2-477C-8130-FD241A30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A1874-446F-4F35-9B39-CFF54F9D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A23CE-EFCC-4C24-BC52-6016479B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51618381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da5036e054dd7"/>
          <a:stretch xmlns:a="http://schemas.openxmlformats.org/drawingml/2006/main"/>
        </p:blipFill>
        <p:spPr>
          <a:xfrm xmlns:a="http://schemas.openxmlformats.org/drawingml/2006/main">
            <a:off x="609600" y="286483"/>
            <a:ext cx="914400" cy="39858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96F2D-0180-4A55-BDC8-2E67A12F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KAPITEL 16 · CHECKLISTE FÜR ANLEITER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470128-2E35-4AE6-B3AD-C53195D8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Speichern, schützen, abmelden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4D9E9-810D-4B88-B49F-6E763C0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-6858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sp>
        <p:nvSpPr>
          <p:cNvPr id="5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B8DA82B3-7ADD-486B-B81F-6CA860AF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1DC1-6A7B-4B77-9012-54FBAC16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Ist die Potenzialanalyse vollständig?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A1D3A-13A1-468A-92B4-CDABF6BA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479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8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84BE08A2-B625-4BDA-ADBC-499361DB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01B57-A2B6-4480-90DB-6E4BB8F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Wurden alle Änderungen gespeichert?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7A440-871F-41F9-8AC1-4A72CFBB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242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1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B27DF53F-59E1-4E22-BDA2-12CEF36F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5419B-7707-4DCB-B297-754D5012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Wurden Materialanforderungen kontrolliert?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84F31-C79E-417A-B3C4-8000E9F4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4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E1BB09A8-4B58-488E-B35F-59B731B7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3ADD9-AAD5-47BD-B6B9-06D09B42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Sind vertrauliche Daten geschützt?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2A5A0-316E-4DAB-8495-00B27A5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17" name="editable-checkbox">
            <a:extLst xmlns:a="http://schemas.openxmlformats.org/drawingml/2006/main">
              <a:ext uri="{FF2B5EF4-FFF2-40B4-BE49-F238E27FC236}">
                <a16:creationId xmlns:a16="http://schemas.microsoft.com/office/drawing/2014/main" id="{15CD9E9B-C31E-4A54-9A93-392F58D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82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DCCA1-293B-43AB-99AC-55889674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2025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Habe ich mich abgemeldet?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22E58-77F2-4BB2-8DD0-3A841AC3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0" name="callout-Wichtig">
            <a:extLst xmlns:a="http://schemas.openxmlformats.org/drawingml/2006/main">
              <a:ext uri="{FF2B5EF4-FFF2-40B4-BE49-F238E27FC236}">
                <a16:creationId xmlns:a16="http://schemas.microsoft.com/office/drawing/2014/main" id="{83FC06D8-CB57-40D5-A472-188CA07E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1430">
            <a:solidFill>
              <a:srgbClr val="563A7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CE436-ED79-4786-A6C5-2D848E4F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3A7D"/>
          </a:solidFill>
          <a:ln xmlns:a="http://schemas.openxmlformats.org/drawingml/2006/main" w="0">
            <a:solidFill>
              <a:srgbClr val="563A7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2C5D3-34A3-4971-AB2F-99D5972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33234F"/>
                </a:solidFill>
                <a:latin typeface="Montserrat"/>
                <a:ea typeface="Montserrat"/>
                <a:cs typeface="Montserrat"/>
              </a:rPr>
              <a:t>WICHTIG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C3A7E-392F-40B7-81FA-EF78726A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91225"/>
            <a:ext cx="842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defRPr>
            </a:pPr>
            <a:r>
              <a:rPr sz="1425">
                <a:solidFill>
                  <a:srgbClr val="26232D"/>
                </a:solidFill>
                <a:latin typeface="Circular Std"/>
                <a:ea typeface="Circular Std"/>
                <a:cs typeface="Circular Std"/>
              </a:rPr>
              <a:t>Erst wenn alle Punkte bestätigt sind, den Arbeitsschritt beenden.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28304-2C4D-45D7-9892-D319E07E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3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D7FB9C-10A0-4812-AEAE-45AA0C45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68636F"/>
                </a:solidFill>
                <a:latin typeface="Montserrat"/>
                <a:ea typeface="Montserrat"/>
                <a:cs typeface="Montserrat"/>
              </a:rPr>
              <a:t>MATRIX · BVB REHA · KAPITEL 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8A5A4-61BC-43B6-9889-62929111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1528163142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3323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D5AB9-C71A-4C43-A7FA-10AD9330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428750"/>
            <a:ext cx="5905500" cy="590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200"/>
          </a:solidFill>
          <a:ln xmlns:a="http://schemas.openxmlformats.org/drawingml/2006/main" w="0">
            <a:solidFill>
              <a:srgbClr val="FF8200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56389414447f0"/>
          <a:stretch xmlns:a="http://schemas.openxmlformats.org/drawingml/2006/main"/>
        </p:blipFill>
        <p:spPr>
          <a:xfrm xmlns:a="http://schemas.openxmlformats.org/drawingml/2006/main">
            <a:off x="685800" y="624742"/>
            <a:ext cx="1809750" cy="78886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50AE8-41AA-4197-9D7F-B52346CF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SICHER ARBEITEN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 60 SEKUNDEN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16202-09A9-44C2-A2AE-47B90F51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>
                <a:solidFill>
                  <a:srgbClr val="EEE8F6"/>
                </a:solidFill>
                <a:latin typeface="Circular Std"/>
                <a:ea typeface="Circular Std"/>
                <a:cs typeface="Circular Std"/>
              </a:defRPr>
            </a:pPr>
            <a:r>
              <a:rPr sz="2025">
                <a:solidFill>
                  <a:srgbClr val="EEE8F6"/>
                </a:solidFill>
                <a:latin typeface="Circular Std"/>
                <a:ea typeface="Circular Std"/>
                <a:cs typeface="Circular Std"/>
              </a:rPr>
              <a:t>Projekt prüfen · Gruppe und Datum prüfen · Speichern bestätigen · Daten schützen · Abmelden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973C2-599F-4F6A-ACB7-9F81D71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143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8FD28-3D32-4220-89BC-18F4B3A5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4287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FF8200"/>
                </a:solidFill>
                <a:latin typeface="Montserrat"/>
                <a:ea typeface="Montserrat"/>
                <a:cs typeface="Montserrat"/>
              </a:defRPr>
            </a:pPr>
            <a:r>
              <a:rPr sz="8400" b="1">
                <a:solidFill>
                  <a:srgbClr val="FF8200"/>
                </a:solidFill>
                <a:latin typeface="Montserrat"/>
                <a:ea typeface="Montserrat"/>
                <a:cs typeface="Montserrat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7FD53-0B39-42C0-BEF4-00E41DA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Bei Unsicherheit: stoppen, Kontext prüfen, zuständige Stelle fragen.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7CFCE-D789-4F85-B1A8-1562C983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838106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2026-08-27T16:17:03.9350000Z</dcterms:created>
  <dcterms:modified xsi:type="dcterms:W3CDTF">2026-08-27T16:17:03.9360000Z</dcterms:modified>
</coreProperties>
</file>